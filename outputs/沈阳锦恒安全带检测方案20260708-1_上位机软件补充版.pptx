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fde55df8f4e1e" /><Relationship Type="http://schemas.openxmlformats.org/officeDocument/2006/relationships/extended-properties" Target="/docProps/app.xml" Id="R3a6e6bb204574b73" /><Relationship Type="http://schemas.openxmlformats.org/officeDocument/2006/relationships/officeDocument" Target="/ppt/presentation.xml" Id="R03c979621ea04e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ca1b7202094b63"/>
  </p:sldMasterIdLst>
  <p:notesMasterIdLst>
    <p:notesMasterId xmlns:r="http://schemas.openxmlformats.org/officeDocument/2006/relationships" r:id="R72155b9b24b4434b"/>
  </p:notesMasterIdLst>
  <p:sldIdLst>
    <p:sldId xmlns:r="http://schemas.openxmlformats.org/officeDocument/2006/relationships" id="256" r:id="R66c83837a4f546d0"/>
    <p:sldId xmlns:r="http://schemas.openxmlformats.org/officeDocument/2006/relationships" id="257" r:id="Rbb714da56f554bf7"/>
    <p:sldId xmlns:r="http://schemas.openxmlformats.org/officeDocument/2006/relationships" id="258" r:id="R21d0b18604f646d2"/>
    <p:sldId xmlns:r="http://schemas.openxmlformats.org/officeDocument/2006/relationships" id="259" r:id="Rf709271418424bf6"/>
    <p:sldId xmlns:r="http://schemas.openxmlformats.org/officeDocument/2006/relationships" id="260" r:id="R2c0218abd6c046d6"/>
    <p:sldId xmlns:r="http://schemas.openxmlformats.org/officeDocument/2006/relationships" id="261" r:id="R7da6581a262d4cba"/>
    <p:sldId xmlns:r="http://schemas.openxmlformats.org/officeDocument/2006/relationships" id="262" r:id="R82eeb903b3f54958"/>
    <p:sldId xmlns:r="http://schemas.openxmlformats.org/officeDocument/2006/relationships" id="263" r:id="Re40f45d553c04732"/>
    <p:sldId xmlns:r="http://schemas.openxmlformats.org/officeDocument/2006/relationships" id="264" r:id="R08af7fe8915440b2"/>
    <p:sldId xmlns:r="http://schemas.openxmlformats.org/officeDocument/2006/relationships" id="265" r:id="Re4f0cd29b6fb46cc"/>
    <p:sldId xmlns:r="http://schemas.openxmlformats.org/officeDocument/2006/relationships" id="266" r:id="R90e52293420e4f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c6b20133f846e2" /><Relationship Type="http://schemas.openxmlformats.org/officeDocument/2006/relationships/slideMaster" Target="/ppt/slideMasters/slideMaster1.xml" Id="R29ca1b7202094b63" /><Relationship Type="http://schemas.openxmlformats.org/officeDocument/2006/relationships/notesMaster" Target="/ppt/notesMasters/notesMaster1.xml" Id="R72155b9b24b4434b" /><Relationship Type="http://schemas.openxmlformats.org/officeDocument/2006/relationships/presProps" Target="/ppt/presProps.xml" Id="R440cc95689494a9c" /><Relationship Type="http://schemas.openxmlformats.org/officeDocument/2006/relationships/viewProps" Target="/ppt/viewProps.xml" Id="R4dd3654119784346" /><Relationship Type="http://schemas.openxmlformats.org/officeDocument/2006/relationships/tableStyles" Target="/ppt/tableStyles.xml" Id="R8c1df7c96b604de2" /><Relationship Type="http://schemas.openxmlformats.org/officeDocument/2006/relationships/slide" Target="/ppt/slides/slide1.xml" Id="R66c83837a4f546d0" /><Relationship Type="http://schemas.openxmlformats.org/officeDocument/2006/relationships/slide" Target="/ppt/slides/slide2.xml" Id="Rbb714da56f554bf7" /><Relationship Type="http://schemas.openxmlformats.org/officeDocument/2006/relationships/slide" Target="/ppt/slides/slide3.xml" Id="R21d0b18604f646d2" /><Relationship Type="http://schemas.openxmlformats.org/officeDocument/2006/relationships/slide" Target="/ppt/slides/slide4.xml" Id="Rf709271418424bf6" /><Relationship Type="http://schemas.openxmlformats.org/officeDocument/2006/relationships/slide" Target="/ppt/slides/slide5.xml" Id="R2c0218abd6c046d6" /><Relationship Type="http://schemas.openxmlformats.org/officeDocument/2006/relationships/slide" Target="/ppt/slides/slide6.xml" Id="R7da6581a262d4cba" /><Relationship Type="http://schemas.openxmlformats.org/officeDocument/2006/relationships/slide" Target="/ppt/slides/slide7.xml" Id="R82eeb903b3f54958" /><Relationship Type="http://schemas.openxmlformats.org/officeDocument/2006/relationships/slide" Target="/ppt/slides/slide8.xml" Id="Re40f45d553c04732" /><Relationship Type="http://schemas.openxmlformats.org/officeDocument/2006/relationships/slide" Target="/ppt/slides/slide9.xml" Id="R08af7fe8915440b2" /><Relationship Type="http://schemas.openxmlformats.org/officeDocument/2006/relationships/slide" Target="/ppt/slides/slide10.xml" Id="Re4f0cd29b6fb46cc" /><Relationship Type="http://schemas.openxmlformats.org/officeDocument/2006/relationships/slide" Target="/ppt/slides/slide11.xml" Id="R90e52293420e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70020c5f7c4f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30b678ea74499c" /><Relationship Type="http://schemas.openxmlformats.org/officeDocument/2006/relationships/notesMaster" Target="/ppt/notesMasters/notesMaster1.xml" Id="R359f0002cf8348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f90df915f414d" /><Relationship Type="http://schemas.openxmlformats.org/officeDocument/2006/relationships/notesMaster" Target="/ppt/notesMasters/notesMaster1.xml" Id="Rc7a9baa64e3442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026cdf8ff644b4" /><Relationship Type="http://schemas.openxmlformats.org/officeDocument/2006/relationships/notesMaster" Target="/ppt/notesMasters/notesMaster1.xml" Id="R467fa471dd4a4d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137d0c9324d7c" /><Relationship Type="http://schemas.openxmlformats.org/officeDocument/2006/relationships/notesMaster" Target="/ppt/notesMasters/notesMaster1.xml" Id="R44a9960cec4b40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d6db75064047e7" /><Relationship Type="http://schemas.openxmlformats.org/officeDocument/2006/relationships/notesMaster" Target="/ppt/notesMasters/notesMaster1.xml" Id="R39e97cf647da4d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9a66253f04446" /><Relationship Type="http://schemas.openxmlformats.org/officeDocument/2006/relationships/notesMaster" Target="/ppt/notesMasters/notesMaster1.xml" Id="R7f64905648d342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daacab3ba14726" /><Relationship Type="http://schemas.openxmlformats.org/officeDocument/2006/relationships/notesMaster" Target="/ppt/notesMasters/notesMaster1.xml" Id="R6e23239cc73243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0d30a0fa994121" /><Relationship Type="http://schemas.openxmlformats.org/officeDocument/2006/relationships/notesMaster" Target="/ppt/notesMasters/notesMaster1.xml" Id="R4ef2e83ec9164d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95fa5fc11a4cb5" /><Relationship Type="http://schemas.openxmlformats.org/officeDocument/2006/relationships/notesMaster" Target="/ppt/notesMasters/notesMaster1.xml" Id="Rddeafb14869241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9cd0db8b854e70" /><Relationship Type="http://schemas.openxmlformats.org/officeDocument/2006/relationships/notesMaster" Target="/ppt/notesMasters/notesMaster1.xml" Id="R90d693da054149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8d80f47bea4d5f" /><Relationship Type="http://schemas.openxmlformats.org/officeDocument/2006/relationships/notesMaster" Target="/ppt/notesMasters/notesMaster1.xml" Id="R4bbc4d11dd1344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bb57575364a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2ab80def544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fd2df92fc4f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de55789cb4a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89e4d4ad340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ee02dc1b4478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5349767c34a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df91dfe5849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2149bd7ca45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ceabe245442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302eaba82410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767c96aab4f1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91831A-2A12-4B72-B397-64A026B205B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7ED5374-2481-44FD-A7CE-51EFF7B4E9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64E73A0-D0A0-49FD-8EBD-36B134E02A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2ECBD7-0C31-40E5-A7DD-1EC157CEAD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B9D60FC-8201-4B51-8FE1-84633FF687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48B932D-968C-4101-9CFB-F533B50D8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2E4D1AD-8234-413F-9296-A6D5D62066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F19E295-3980-421B-A3DA-7366403FAC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23455F-B052-48C5-9A32-D3C8DCF2F4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087015-6342-4421-BE27-F389F56680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51AC04C-B942-46F5-B3AC-C273628F8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29B6814-8614-4E41-8C7B-C18F8B263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471FD84-34F3-4A9A-BE60-C2ADDB9986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1D50295-5E02-432D-9B7B-F31DC90E8B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ACC543-B11A-4C88-A68D-1073446EFD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2F086B-5F32-492C-8A1F-792440350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FE789CD-12A9-4153-85C6-45B1BE0EBE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2ADDCC-9AAB-4997-8595-7C49A5072F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BBA29F4-0E91-43CB-AE99-69EF39C83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751CD10-1A98-4765-BA5F-5A50226FDB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7F89CBF-1DDF-4853-9C5B-493FCBF3F0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0ACB0D-1926-482A-96FC-556B71883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0BC84E1-0EC8-4519-B052-DE1BC18D2C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2E5D9BA-CF63-4E14-8BCF-8E48F47702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FDE37A3-D9D6-4174-B0E9-4E709F5F9B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0FFD0A1-8780-4CEE-86B5-9F053BFF074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559C29B-E4BB-4487-B694-097056AE77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C933738-5B62-4744-94A6-9DB2FAE6EC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B422DED-C127-4BE1-8944-3FD69FA8C3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D65EEC-BC1C-4942-8CF8-727729D9B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46E7BF9-135C-49FC-BCC2-5987973BF4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B6967A1-0A99-496B-A978-4572C648E7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C72B4B3-C2A7-4558-8AB5-9349E97AE1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9D19F8B-0730-47FA-A755-BAFC24B8B1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0886450-CE32-45BA-9809-67CDC14418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394CBA1-2B18-42E2-84CA-E680C5155D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9A62A4-DE73-4261-9A66-529473AF6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276F004-8FA7-4E4F-904D-B205D07122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793B429-B703-420B-8FAE-3F7C0C5927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9944B0D-4A04-48E7-9F98-A591CC1FFC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E9C4B50-BCA5-4634-A6E1-2EFB5B47FE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8EF9A01-554D-40E6-AFCC-DADCAD5C2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DA81332-35F5-4C7D-AD16-E7B184FDB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84723A7-21F1-43FA-859A-12836263CA7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871D35F-96DB-4DC3-899C-044633D4B3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726DEEF-C486-4E7B-8530-2A19B175AC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8D8BA43-64A2-4E1F-9B32-97F358C3CE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73ED5CC-48DA-479C-BDBA-290D4A9C80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1937835-B361-417A-AFC2-67BB2B39E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2431D10-8EAD-4800-8BBB-0D63C2F595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CA3EF-5332-4D16-97F2-E7A5274FC1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0B23F3-3C9B-4B05-94E6-2FF4ED75C1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8F38D2-B0C4-4B04-BED3-0726F72B7D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0E1255D-76D9-432A-BCC5-CD7A34045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43EC94B-D3F4-411D-BF4D-D4B6FDFD11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65F46C3-2055-4D6D-80DF-30FCC5421E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50598D2-CE27-41AC-A44D-F0F5E34EE1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E64F254-112C-405B-8095-FC8638977D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7_自定义版式">
    <p:bg>
      <p:bgPr>
        <a:gradFill xmlns:a="http://schemas.openxmlformats.org/drawingml/2006/main">
          <a:gsLst>
            <a:gs pos="0">
              <a:schemeClr val="bg2">
                <a:lumMod val="75000"/>
              </a:schemeClr>
            </a:gs>
            <a:gs pos="100000">
              <a:schemeClr val="bg2">
                <a:lumMod val="50000"/>
              </a:schemeClr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2b8c71e8664e28" /><Relationship Type="http://schemas.openxmlformats.org/officeDocument/2006/relationships/slideLayout" Target="/ppt/slideLayouts/slideLayout1.xml" Id="R2dbbd8000c334465" /><Relationship Type="http://schemas.openxmlformats.org/officeDocument/2006/relationships/slideLayout" Target="/ppt/slideLayouts/slideLayout2.xml" Id="Ra1e12844eef0442c" /><Relationship Type="http://schemas.openxmlformats.org/officeDocument/2006/relationships/slideLayout" Target="/ppt/slideLayouts/slideLayout3.xml" Id="R26d63c15bb4a4a9d" /><Relationship Type="http://schemas.openxmlformats.org/officeDocument/2006/relationships/slideLayout" Target="/ppt/slideLayouts/slideLayout4.xml" Id="R50899ca4c2f94377" /><Relationship Type="http://schemas.openxmlformats.org/officeDocument/2006/relationships/slideLayout" Target="/ppt/slideLayouts/slideLayout5.xml" Id="Re387d62c21ea4455" /><Relationship Type="http://schemas.openxmlformats.org/officeDocument/2006/relationships/slideLayout" Target="/ppt/slideLayouts/slideLayout6.xml" Id="Rf2e585e0f9d74452" /><Relationship Type="http://schemas.openxmlformats.org/officeDocument/2006/relationships/slideLayout" Target="/ppt/slideLayouts/slideLayout7.xml" Id="Rc29856e081e649ec" /><Relationship Type="http://schemas.openxmlformats.org/officeDocument/2006/relationships/slideLayout" Target="/ppt/slideLayouts/slideLayout8.xml" Id="Rb5afa74ef46c49c2" /><Relationship Type="http://schemas.openxmlformats.org/officeDocument/2006/relationships/slideLayout" Target="/ppt/slideLayouts/slideLayout9.xml" Id="R6d0f5777ca4d45ad" /><Relationship Type="http://schemas.openxmlformats.org/officeDocument/2006/relationships/slideLayout" Target="/ppt/slideLayouts/slideLayout10.xml" Id="R1754ccd1bcd74460" /><Relationship Type="http://schemas.openxmlformats.org/officeDocument/2006/relationships/slideLayout" Target="/ppt/slideLayouts/slideLayout11.xml" Id="Ra4a8dd59bccc475a" /><Relationship Type="http://schemas.openxmlformats.org/officeDocument/2006/relationships/slideLayout" Target="/ppt/slideLayouts/slideLayout12.xml" Id="R933b99181cb542e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E8EE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E3F865B-DEBD-46D2-9446-02213E896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601AB20-770D-4166-84CD-8056A80832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09995FE-7E4A-4C86-BF2C-52F141062D0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3D890B-99C6-4B23-BBF7-B90DE691927D}" type="datetimeFigureOut">
              <a:t>2026/7/23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B70BA1-67BC-4DBB-8AE1-568DEA1D422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8D210D8-A608-4157-B6EC-0133C5C8B4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88ABE62-FDC1-448F-9B80-7DDF147832B5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bbd8000c334465"/>
    <p:sldLayoutId xmlns:r="http://schemas.openxmlformats.org/officeDocument/2006/relationships" id="2147483650" r:id="Ra1e12844eef0442c"/>
    <p:sldLayoutId xmlns:r="http://schemas.openxmlformats.org/officeDocument/2006/relationships" id="2147483651" r:id="R26d63c15bb4a4a9d"/>
    <p:sldLayoutId xmlns:r="http://schemas.openxmlformats.org/officeDocument/2006/relationships" id="2147483652" r:id="R50899ca4c2f94377"/>
    <p:sldLayoutId xmlns:r="http://schemas.openxmlformats.org/officeDocument/2006/relationships" id="2147483653" r:id="Re387d62c21ea4455"/>
    <p:sldLayoutId xmlns:r="http://schemas.openxmlformats.org/officeDocument/2006/relationships" id="2147483654" r:id="Rf2e585e0f9d74452"/>
    <p:sldLayoutId xmlns:r="http://schemas.openxmlformats.org/officeDocument/2006/relationships" id="2147483655" r:id="Rc29856e081e649ec"/>
    <p:sldLayoutId xmlns:r="http://schemas.openxmlformats.org/officeDocument/2006/relationships" id="2147483656" r:id="Rb5afa74ef46c49c2"/>
    <p:sldLayoutId xmlns:r="http://schemas.openxmlformats.org/officeDocument/2006/relationships" id="2147483657" r:id="R6d0f5777ca4d45ad"/>
    <p:sldLayoutId xmlns:r="http://schemas.openxmlformats.org/officeDocument/2006/relationships" id="2147483658" r:id="R1754ccd1bcd74460"/>
    <p:sldLayoutId xmlns:r="http://schemas.openxmlformats.org/officeDocument/2006/relationships" id="2147483659" r:id="Ra4a8dd59bccc475a"/>
    <p:sldLayoutId xmlns:r="http://schemas.openxmlformats.org/officeDocument/2006/relationships" id="2147483660" r:id="R933b99181cb542e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f997e1115b4176" /><Relationship Type="http://schemas.openxmlformats.org/officeDocument/2006/relationships/image" Target="/ppt/media/image.jpeg" Id="Ra4d41b74719640bf" /><Relationship Type="http://schemas.openxmlformats.org/officeDocument/2006/relationships/image" Target="/ppt/media/image.png" Id="Recd5d66f3ca74355" /><Relationship Type="http://schemas.openxmlformats.org/officeDocument/2006/relationships/image" Target="/ppt/media/image2.png" Id="R1ac425028a0541d3" /><Relationship Type="http://schemas.openxmlformats.org/officeDocument/2006/relationships/image" Target="/ppt/media/image3.png" Id="R5aff9e274ae64841" /><Relationship Type="http://schemas.openxmlformats.org/officeDocument/2006/relationships/image" Target="/ppt/media/image4.png" Id="Rdd681f4e488c4b85" /><Relationship Type="http://schemas.openxmlformats.org/officeDocument/2006/relationships/image" Target="/ppt/media/image5.png" Id="R6f4d338663d64d31" /><Relationship Type="http://schemas.openxmlformats.org/officeDocument/2006/relationships/image" Target="/ppt/media/image6.png" Id="R88ca5761fe174e59" /><Relationship Type="http://schemas.openxmlformats.org/officeDocument/2006/relationships/notesSlide" Target="/ppt/notesSlides/notesSlide1.xml" Id="R2dc8e14adc6c4f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458c40130438c" /><Relationship Type="http://schemas.openxmlformats.org/officeDocument/2006/relationships/image" Target="/ppt/media/image5.png" Id="Ra00d40795e8c440e" /><Relationship Type="http://schemas.openxmlformats.org/officeDocument/2006/relationships/notesSlide" Target="/ppt/notesSlides/notesSlide2.xml" Id="R7fdb7126e563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18208d10694888" /><Relationship Type="http://schemas.openxmlformats.org/officeDocument/2006/relationships/image" Target="/ppt/media/image5.png" Id="R03cb95108a124162" /><Relationship Type="http://schemas.openxmlformats.org/officeDocument/2006/relationships/image" Target="/ppt/media/image7.png" Id="Rb68a11a8482c422c" /><Relationship Type="http://schemas.openxmlformats.org/officeDocument/2006/relationships/notesSlide" Target="/ppt/notesSlides/notesSlide3.xml" Id="Rd2e22a614d9145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d78c94811d4683" /><Relationship Type="http://schemas.openxmlformats.org/officeDocument/2006/relationships/image" Target="/ppt/media/image8.png" Id="R0a9f8dadb8884993" /><Relationship Type="http://schemas.openxmlformats.org/officeDocument/2006/relationships/image" Target="/ppt/media/image9.png" Id="R6145ccdc8abf4ac6" /><Relationship Type="http://schemas.openxmlformats.org/officeDocument/2006/relationships/image" Target="/ppt/media/image5.png" Id="R4508d349da034157" /><Relationship Type="http://schemas.openxmlformats.org/officeDocument/2006/relationships/notesSlide" Target="/ppt/notesSlides/notesSlide4.xml" Id="Rfb55c140fbd34c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4d849ad4f84860" /><Relationship Type="http://schemas.openxmlformats.org/officeDocument/2006/relationships/image" Target="/ppt/media/image5.png" Id="R765521e2e3804c61" /><Relationship Type="http://schemas.openxmlformats.org/officeDocument/2006/relationships/image" Target="/ppt/media/image8.png" Id="Ra456dfdac8d844c9" /><Relationship Type="http://schemas.openxmlformats.org/officeDocument/2006/relationships/image" Target="/ppt/media/image9.png" Id="R5a7778f3057b4699" /><Relationship Type="http://schemas.openxmlformats.org/officeDocument/2006/relationships/notesSlide" Target="/ppt/notesSlides/notesSlide5.xml" Id="R69c60ebb2e8c41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3e40b3d2654e3e" /><Relationship Type="http://schemas.openxmlformats.org/officeDocument/2006/relationships/image" Target="/ppt/media/image5.png" Id="Rf82d4a426a9f4dac" /><Relationship Type="http://schemas.openxmlformats.org/officeDocument/2006/relationships/image" Target="/ppt/media/image10.png" Id="R2706737acbb64281" /><Relationship Type="http://schemas.openxmlformats.org/officeDocument/2006/relationships/image" Target="/ppt/media/image11.png" Id="Rd879eddd20704223" /><Relationship Type="http://schemas.openxmlformats.org/officeDocument/2006/relationships/notesSlide" Target="/ppt/notesSlides/notesSlide6.xml" Id="R6410aff3591a46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83245f7c664cd1" /><Relationship Type="http://schemas.openxmlformats.org/officeDocument/2006/relationships/image" Target="/ppt/media/image5.png" Id="R2d8fbb4809bc4ded" /><Relationship Type="http://schemas.openxmlformats.org/officeDocument/2006/relationships/image" Target="/ppt/media/image12.png" Id="Rd750684965164fe0" /><Relationship Type="http://schemas.openxmlformats.org/officeDocument/2006/relationships/image" Target="/ppt/media/image13.png" Id="Rdae2e21811ad41c6" /><Relationship Type="http://schemas.openxmlformats.org/officeDocument/2006/relationships/notesSlide" Target="/ppt/notesSlides/notesSlide7.xml" Id="R75db977cc4a948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f6b2714e81487f" /><Relationship Type="http://schemas.openxmlformats.org/officeDocument/2006/relationships/image" Target="/ppt/media/image5.png" Id="Rd52b45613eaa434b" /><Relationship Type="http://schemas.openxmlformats.org/officeDocument/2006/relationships/image" Target="/ppt/media/image14.png" Id="R9cb26749dcda44b5" /><Relationship Type="http://schemas.openxmlformats.org/officeDocument/2006/relationships/image" Target="/ppt/media/image15.png" Id="Rf46058055ef74411" /><Relationship Type="http://schemas.openxmlformats.org/officeDocument/2006/relationships/notesSlide" Target="/ppt/notesSlides/notesSlide8.xml" Id="R3503936144a94c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b5286c97f34d3c" /><Relationship Type="http://schemas.openxmlformats.org/officeDocument/2006/relationships/image" Target="/ppt/media/image5.png" Id="Rfdb0c66717ad4df8" /><Relationship Type="http://schemas.openxmlformats.org/officeDocument/2006/relationships/image" Target="/ppt/media/image16.png" Id="R266c5ba75514446d" /><Relationship Type="http://schemas.openxmlformats.org/officeDocument/2006/relationships/image" Target="/ppt/media/image17.png" Id="Rd393af8e200b4364" /><Relationship Type="http://schemas.openxmlformats.org/officeDocument/2006/relationships/notesSlide" Target="/ppt/notesSlides/notesSlide9.xml" Id="R6e1bfbffa1d041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c19406b29d41b5" /><Relationship Type="http://schemas.openxmlformats.org/officeDocument/2006/relationships/image" Target="/ppt/media/image5.png" Id="R4c0d4ef356c14a85" /><Relationship Type="http://schemas.openxmlformats.org/officeDocument/2006/relationships/image" Target="/ppt/media/image18.png" Id="R16763dffc9984540" /><Relationship Type="http://schemas.openxmlformats.org/officeDocument/2006/relationships/image" Target="/ppt/media/image19.png" Id="R74eab314c28349bb" /><Relationship Type="http://schemas.openxmlformats.org/officeDocument/2006/relationships/notesSlide" Target="/ppt/notesSlides/notesSlide10.xml" Id="R7d2285efb26d4e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c7833468640bc" /><Relationship Type="http://schemas.openxmlformats.org/officeDocument/2006/relationships/image" Target="/ppt/media/image.jpeg" Id="Ra65de31ac25c4d32" /><Relationship Type="http://schemas.openxmlformats.org/officeDocument/2006/relationships/image" Target="/ppt/media/image.png" Id="Rd852531144bd438a" /><Relationship Type="http://schemas.openxmlformats.org/officeDocument/2006/relationships/image" Target="/ppt/media/image2.png" Id="Rf54c135ddf6f4438" /><Relationship Type="http://schemas.openxmlformats.org/officeDocument/2006/relationships/image" Target="/ppt/media/image3.png" Id="R78f341ce2b9b45ae" /><Relationship Type="http://schemas.openxmlformats.org/officeDocument/2006/relationships/image" Target="/ppt/media/image5.png" Id="Ra6d602da16eb4cc1" /><Relationship Type="http://schemas.openxmlformats.org/officeDocument/2006/relationships/image" Target="/ppt/media/image6.png" Id="R0d10831e660040bd" /><Relationship Type="http://schemas.openxmlformats.org/officeDocument/2006/relationships/notesSlide" Target="/ppt/notesSlides/notesSlide11.xml" Id="R95a6d1b5c73c47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4">
            <a:extLst xmlns:a="http://schemas.openxmlformats.org/drawingml/2006/main">
              <a:ext uri="{FF2B5EF4-FFF2-40B4-BE49-F238E27FC236}">
                <a16:creationId xmlns:a16="http://schemas.microsoft.com/office/drawing/2014/main" id="{D7767E23-7E5A-4FEF-B3F0-19A6D2ED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35" y="0"/>
            <a:ext cx="12192635" cy="6858000"/>
          </a:xfrm>
          <a:custGeom xmlns:a="http://schemas.openxmlformats.org/drawingml/2006/main">
            <a:gdLst>
              <a:gd name="connsiteX0" fmla="*/ 0 w 10769600"/>
              <a:gd name="connsiteY0" fmla="*/ 0 h 5367866"/>
              <a:gd name="connsiteX1" fmla="*/ 10769600 w 10769600"/>
              <a:gd name="connsiteY1" fmla="*/ 0 h 5367866"/>
              <a:gd name="connsiteX2" fmla="*/ 10769600 w 10769600"/>
              <a:gd name="connsiteY2" fmla="*/ 5367866 h 5367866"/>
              <a:gd name="connsiteX3" fmla="*/ 0 w 10769600"/>
              <a:gd name="connsiteY3" fmla="*/ 5367866 h 5367866"/>
              <a:gd name="connsiteX4" fmla="*/ 0 w 10769600"/>
              <a:gd name="connsiteY4" fmla="*/ 0 h 5367866"/>
              <a:gd name="connsiteX0-1" fmla="*/ 0 w 10769600"/>
              <a:gd name="connsiteY0-2" fmla="*/ 0 h 5367866"/>
              <a:gd name="connsiteX1-3" fmla="*/ 5147733 w 10769600"/>
              <a:gd name="connsiteY1-4" fmla="*/ 0 h 5367866"/>
              <a:gd name="connsiteX2-5" fmla="*/ 10769600 w 10769600"/>
              <a:gd name="connsiteY2-6" fmla="*/ 0 h 5367866"/>
              <a:gd name="connsiteX3-7" fmla="*/ 10769600 w 10769600"/>
              <a:gd name="connsiteY3-8" fmla="*/ 5367866 h 5367866"/>
              <a:gd name="connsiteX4-9" fmla="*/ 0 w 10769600"/>
              <a:gd name="connsiteY4-10" fmla="*/ 5367866 h 5367866"/>
              <a:gd name="connsiteX5" fmla="*/ 0 w 10769600"/>
              <a:gd name="connsiteY5" fmla="*/ 0 h 5367866"/>
              <a:gd name="connsiteX0-11" fmla="*/ 0 w 10769600"/>
              <a:gd name="connsiteY0-12" fmla="*/ 0 h 5367866"/>
              <a:gd name="connsiteX1-13" fmla="*/ 5147733 w 10769600"/>
              <a:gd name="connsiteY1-14" fmla="*/ 0 h 5367866"/>
              <a:gd name="connsiteX2-15" fmla="*/ 10769600 w 10769600"/>
              <a:gd name="connsiteY2-16" fmla="*/ 0 h 5367866"/>
              <a:gd name="connsiteX3-17" fmla="*/ 10769600 w 10769600"/>
              <a:gd name="connsiteY3-18" fmla="*/ 5367866 h 5367866"/>
              <a:gd name="connsiteX4-19" fmla="*/ 0 w 10769600"/>
              <a:gd name="connsiteY4-20" fmla="*/ 5367866 h 5367866"/>
              <a:gd name="connsiteX5-21" fmla="*/ 0 w 10769600"/>
              <a:gd name="connsiteY5-22" fmla="*/ 2472266 h 5367866"/>
              <a:gd name="connsiteX6" fmla="*/ 0 w 10769600"/>
              <a:gd name="connsiteY6" fmla="*/ 0 h 5367866"/>
              <a:gd name="connsiteX0-23" fmla="*/ 0 w 10769600"/>
              <a:gd name="connsiteY0-24" fmla="*/ 0 h 5367866"/>
              <a:gd name="connsiteX1-25" fmla="*/ 5147733 w 10769600"/>
              <a:gd name="connsiteY1-26" fmla="*/ 0 h 5367866"/>
              <a:gd name="connsiteX2-27" fmla="*/ 10769600 w 10769600"/>
              <a:gd name="connsiteY2-28" fmla="*/ 0 h 5367866"/>
              <a:gd name="connsiteX3-29" fmla="*/ 10769600 w 10769600"/>
              <a:gd name="connsiteY3-30" fmla="*/ 5367866 h 5367866"/>
              <a:gd name="connsiteX4-31" fmla="*/ 8229600 w 10769600"/>
              <a:gd name="connsiteY4-32" fmla="*/ 5350933 h 5367866"/>
              <a:gd name="connsiteX5-33" fmla="*/ 0 w 10769600"/>
              <a:gd name="connsiteY5-34" fmla="*/ 5367866 h 5367866"/>
              <a:gd name="connsiteX6-35" fmla="*/ 0 w 10769600"/>
              <a:gd name="connsiteY6-36" fmla="*/ 2472266 h 5367866"/>
              <a:gd name="connsiteX7" fmla="*/ 0 w 10769600"/>
              <a:gd name="connsiteY7" fmla="*/ 0 h 5367866"/>
              <a:gd name="connsiteX0-37" fmla="*/ 0 w 10769600"/>
              <a:gd name="connsiteY0-38" fmla="*/ 0 h 5367866"/>
              <a:gd name="connsiteX1-39" fmla="*/ 5147733 w 10769600"/>
              <a:gd name="connsiteY1-40" fmla="*/ 0 h 5367866"/>
              <a:gd name="connsiteX2-41" fmla="*/ 10769600 w 10769600"/>
              <a:gd name="connsiteY2-42" fmla="*/ 0 h 5367866"/>
              <a:gd name="connsiteX3-43" fmla="*/ 10769600 w 10769600"/>
              <a:gd name="connsiteY3-44" fmla="*/ 1896533 h 5367866"/>
              <a:gd name="connsiteX4-45" fmla="*/ 10769600 w 10769600"/>
              <a:gd name="connsiteY4-46" fmla="*/ 5367866 h 5367866"/>
              <a:gd name="connsiteX5-47" fmla="*/ 8229600 w 10769600"/>
              <a:gd name="connsiteY5-48" fmla="*/ 5350933 h 5367866"/>
              <a:gd name="connsiteX6-49" fmla="*/ 0 w 10769600"/>
              <a:gd name="connsiteY6-50" fmla="*/ 5367866 h 5367866"/>
              <a:gd name="connsiteX7-51" fmla="*/ 0 w 10769600"/>
              <a:gd name="connsiteY7-52" fmla="*/ 2472266 h 5367866"/>
              <a:gd name="connsiteX8" fmla="*/ 0 w 10769600"/>
              <a:gd name="connsiteY8" fmla="*/ 0 h 5367866"/>
              <a:gd name="connsiteX0-53" fmla="*/ 0 w 10769600"/>
              <a:gd name="connsiteY0-54" fmla="*/ 0 h 5367866"/>
              <a:gd name="connsiteX1-55" fmla="*/ 5147733 w 10769600"/>
              <a:gd name="connsiteY1-56" fmla="*/ 0 h 5367866"/>
              <a:gd name="connsiteX2-57" fmla="*/ 10769600 w 10769600"/>
              <a:gd name="connsiteY2-58" fmla="*/ 1896533 h 5367866"/>
              <a:gd name="connsiteX3-59" fmla="*/ 10769600 w 10769600"/>
              <a:gd name="connsiteY3-60" fmla="*/ 5367866 h 5367866"/>
              <a:gd name="connsiteX4-61" fmla="*/ 8229600 w 10769600"/>
              <a:gd name="connsiteY4-62" fmla="*/ 5350933 h 5367866"/>
              <a:gd name="connsiteX5-63" fmla="*/ 0 w 10769600"/>
              <a:gd name="connsiteY5-64" fmla="*/ 5367866 h 5367866"/>
              <a:gd name="connsiteX6-65" fmla="*/ 0 w 10769600"/>
              <a:gd name="connsiteY6-66" fmla="*/ 2472266 h 5367866"/>
              <a:gd name="connsiteX7-67" fmla="*/ 0 w 10769600"/>
              <a:gd name="connsiteY7-68" fmla="*/ 0 h 5367866"/>
              <a:gd name="connsiteX0-69" fmla="*/ 0 w 10769600"/>
              <a:gd name="connsiteY0-70" fmla="*/ 0 h 5367866"/>
              <a:gd name="connsiteX1-71" fmla="*/ 5147733 w 10769600"/>
              <a:gd name="connsiteY1-72" fmla="*/ 0 h 5367866"/>
              <a:gd name="connsiteX2-73" fmla="*/ 10769600 w 10769600"/>
              <a:gd name="connsiteY2-74" fmla="*/ 1896533 h 5367866"/>
              <a:gd name="connsiteX3-75" fmla="*/ 10769600 w 10769600"/>
              <a:gd name="connsiteY3-76" fmla="*/ 5367866 h 5367866"/>
              <a:gd name="connsiteX4-77" fmla="*/ 8229600 w 10769600"/>
              <a:gd name="connsiteY4-78" fmla="*/ 5350933 h 5367866"/>
              <a:gd name="connsiteX5-79" fmla="*/ 0 w 10769600"/>
              <a:gd name="connsiteY5-80" fmla="*/ 2472266 h 5367866"/>
              <a:gd name="connsiteX6-81" fmla="*/ 0 w 10769600"/>
              <a:gd name="connsiteY6-82" fmla="*/ 0 h 5367866"/>
            </a:gdLst>
            <a:rect l="l" t="t" r="r" b="b"/>
            <a:pathLst>
              <a:path w="10769600" h="5367866">
                <a:moveTo>
                  <a:pt x="0" y="0"/>
                </a:moveTo>
                <a:lnTo>
                  <a:pt x="5147733" y="0"/>
                </a:lnTo>
                <a:lnTo>
                  <a:pt x="10769600" y="1896533"/>
                </a:lnTo>
                <a:lnTo>
                  <a:pt x="10769600" y="5367866"/>
                </a:lnTo>
                <a:lnTo>
                  <a:pt x="8229600" y="5350933"/>
                </a:lnTo>
                <a:lnTo>
                  <a:pt x="0" y="247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4d41b74719640bf"/>
            <a:srcRect l="0" t="0" r="0" b="0"/>
            <a:stretch>
              <a:fillRect l="1" t="-64386" r="-39410" b="-19662"/>
            </a:stretch>
          </a:blipFill>
          <a:ln xmlns:a="http://schemas.openxmlformats.org/drawingml/2006/main">
            <a:noFill/>
          </a:ln>
          <a:effectLst xmlns:a="http://schemas.openxmlformats.org/drawingml/2006/main">
            <a:outerShdw blurRad="114300" dist="114300" dir="2700000" algn="tl" rotWithShape="0">
              <a:prstClr val="black">
                <a:alpha val="3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等腰三角形 4">
            <a:extLst xmlns:a="http://schemas.openxmlformats.org/drawingml/2006/main">
              <a:ext uri="{FF2B5EF4-FFF2-40B4-BE49-F238E27FC236}">
                <a16:creationId xmlns:a16="http://schemas.microsoft.com/office/drawing/2014/main" id="{9CE533DE-0148-4C0E-956A-415DBE67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4070"/>
            <a:ext cx="8885555" cy="3504565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rgbClr val="025AA2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114300" dir="2700000" algn="tl" rotWithShape="0">
              <a:prstClr val="black">
                <a:alpha val="3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等腰三角形 6">
            <a:extLst xmlns:a="http://schemas.openxmlformats.org/drawingml/2006/main">
              <a:ext uri="{FF2B5EF4-FFF2-40B4-BE49-F238E27FC236}">
                <a16:creationId xmlns:a16="http://schemas.microsoft.com/office/drawing/2014/main" id="{11D56796-FC40-4F4B-B592-3BC0E117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5861050" y="1"/>
            <a:ext cx="6330950" cy="2415538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rgbClr val="0298DA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114300" dir="2700000" algn="tl" rotWithShape="0">
              <a:prstClr val="black">
                <a:alpha val="3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等腰三角形 7">
            <a:extLst xmlns:a="http://schemas.openxmlformats.org/drawingml/2006/main">
              <a:ext uri="{FF2B5EF4-FFF2-40B4-BE49-F238E27FC236}">
                <a16:creationId xmlns:a16="http://schemas.microsoft.com/office/drawing/2014/main" id="{9EA48FB0-40B2-410E-BBA0-39556966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6287503" y="0"/>
            <a:ext cx="5904492" cy="2247602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5d66f3ca74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656580" y="323215"/>
            <a:ext cx="6535420" cy="6535420"/>
          </a:xfrm>
          <a:prstGeom xmlns:a="http://schemas.openxmlformats.org/drawingml/2006/main" prst="rect">
            <a:avLst/>
          </a:prstGeom>
        </p:spPr>
      </p:pic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9987E78C-D5EB-4AE0-A8CF-A6906C54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9470" y="2186940"/>
            <a:ext cx="5495290" cy="12065"/>
          </a:xfrm>
          <a:prstGeom xmlns:a="http://schemas.openxmlformats.org/drawingml/2006/main" prst="line">
            <a:avLst/>
          </a:prstGeom>
          <a:ln xmlns:a="http://schemas.openxmlformats.org/drawingml/2006/main" w="63500">
            <a:solidFill>
              <a:schemeClr val="accent2"/>
            </a:solidFill>
            <a:prstDash val="solid"/>
            <a:headEnd type="none"/>
            <a:tailEnd type="none"/>
          </a:ln>
          <a:effectLst xmlns:a="http://schemas.openxmlformats.org/drawingml/2006/main">
            <a:innerShdw blurRad="63500" dist="50800" dir="13500000">
              <a:schemeClr val="accent2">
                <a:alpha val="50000"/>
              </a:schemeClr>
            </a:innerShdw>
            <a:reflection blurRad="6350" stA="50000" endA="300" endPos="90000" dir="5400000" sy="-100000" algn="bl" rotWithShape="0"/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6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425028a05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4903470" y="2823845"/>
            <a:ext cx="1570990" cy="1268095"/>
          </a:xfrm>
          <a:prstGeom xmlns:a="http://schemas.openxmlformats.org/drawingml/2006/main" prst="rect">
            <a:avLst/>
          </a:prstGeom>
        </p:spPr>
      </p:pic>
      <p:pic>
        <p:nvPicPr>
          <p:cNvPr id="37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f9e274ae64841">
            <a:grayscl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6400" y="2614930"/>
            <a:ext cx="268605" cy="20891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371E4D-B7E1-43E1-B51D-B68A02ED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342">
            <a:off x="45085" y="5598160"/>
            <a:ext cx="8670290" cy="1052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联系人：解经理</a:t>
            </a:r>
          </a:p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电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   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话：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186-4018-8846</a:t>
            </a:r>
          </a:p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邮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   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箱：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18640188846@163.com</a:t>
            </a:r>
          </a:p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邮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   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编：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110000</a:t>
            </a:r>
          </a:p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地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   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址：辽宁省沈阳市沈北新区七星大街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86-3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号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-101(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中电光谷信息港产业园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D3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栋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)</a:t>
            </a:r>
          </a:p>
        </p:txBody>
      </p:sp>
      <p:pic>
        <p:nvPicPr>
          <p:cNvPr id="39" name="5c37ab4acca5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81f4e488c4b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52964" y="158245"/>
            <a:ext cx="830167" cy="830167"/>
          </a:xfrm>
          <a:prstGeom xmlns:a="http://schemas.openxmlformats.org/drawingml/2006/main" prst="rect">
            <a:avLst/>
          </a:prstGeom>
        </p:spPr>
      </p:pic>
      <p:sp>
        <p:nvSpPr>
          <p:cNvPr id="2" name="object 9">
            <a:extLst xmlns:a="http://schemas.openxmlformats.org/drawingml/2006/main">
              <a:ext uri="{FF2B5EF4-FFF2-40B4-BE49-F238E27FC236}">
                <a16:creationId xmlns:a16="http://schemas.microsoft.com/office/drawing/2014/main" id="{181F9A1C-02D8-4DA4-9F39-A8A4B6E4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362710"/>
            <a:ext cx="7449820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105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4735"/>
              </a:lnSpc>
              <a:spcBef>
                <a:spcPts val="95"/>
              </a:spcBef>
              <a:buNone/>
            </a:pPr>
            <a:r>
              <a:rPr sz="351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351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pic>
        <p:nvPicPr>
          <p:cNvPr id="4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d338663d64d31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2075" y="90170"/>
            <a:ext cx="1852930" cy="1375410"/>
          </a:xfrm>
          <a:prstGeom xmlns:a="http://schemas.openxmlformats.org/drawingml/2006/main" prst="rect">
            <a:avLst/>
          </a:prstGeom>
        </p:spPr>
      </p:pic>
      <p:pic>
        <p:nvPicPr>
          <p:cNvPr id="42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a5761fe174e59">
            <a:grayscl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1380" y="3189605"/>
            <a:ext cx="467995" cy="3644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47019"/>
      </p:ext>
    </p:extLst>
  </p:cSld>
</p:sld>
</file>

<file path=ppt/slides/slide2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d40795e8c440e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87FFF70F-21E9-4B15-B439-12029E35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10" y="321310"/>
            <a:ext cx="4534535" cy="342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C2B04D4-5FD5-41BA-B383-D1FFEAE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46580"/>
            <a:ext cx="3190240" cy="3046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sz="16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一、客户需求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Wingdings"/>
              <a:buChar char="Ø"/>
            </a:pPr>
          </a:p>
          <a:p xmlns:a="http://schemas.openxmlformats.org/drawingml/2006/main"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sz="16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二、设备整体介绍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Wingdings"/>
              <a:buChar char="Ø"/>
            </a:pPr>
          </a:p>
          <a:p xmlns:a="http://schemas.openxmlformats.org/drawingml/2006/main"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sz="16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三、作业</a:t>
            </a:r>
            <a:r>
              <a:rPr sz="16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流程说明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Font typeface="Wingdings"/>
              <a:buChar char="Ø"/>
            </a:pPr>
          </a:p>
          <a:p xmlns:a="http://schemas.openxmlformats.org/drawingml/2006/main"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sz="16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四、设备尺寸布局</a:t>
            </a:r>
          </a:p>
          <a:p xmlns:a="http://schemas.openxmlformats.org/drawingml/2006/main">
            <a:pPr indent="0">
              <a:lnSpc>
                <a:spcPct val="150000"/>
              </a:lnSpc>
              <a:buFont typeface="Wingdings"/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AB80F7A-9E7F-48AD-81F7-4853BBE3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" y="1054735"/>
            <a:ext cx="8691880" cy="791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>
                <a:latin typeface="微软雅黑"/>
                <a:ea typeface="微软雅黑"/>
                <a:cs typeface="微软雅黑"/>
              </a:rPr>
              <a:t>沈阳锦恒安全带检测</a:t>
            </a:r>
            <a:r>
              <a:rPr sz="2800">
                <a:latin typeface="微软雅黑"/>
                <a:ea typeface="微软雅黑"/>
                <a:cs typeface="微软雅黑"/>
              </a:rPr>
              <a:t>方案介绍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E88ECAD3-D5A7-4258-9CBC-5A3A6A0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B2FF9177-08B7-4D29-B56C-6CA723EF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7204B16-B132-4E7E-9DB0-12302C59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610" y="6466840"/>
            <a:ext cx="6447155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地址：辽宁省沈阳市沈北新区道义街道四环线中电光谷信息港D区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</a:p>
        </p:txBody>
      </p:sp>
    </p:spTree>
    <p:extLst>
      <p:ext uri="{BB962C8B-B14F-4D97-AF65-F5344CB8AC3E}">
        <p14:creationId xmlns:p14="http://schemas.microsoft.com/office/powerpoint/2010/main" val="1887600855"/>
      </p:ext>
    </p:extLst>
  </p:cSld>
</p:sld>
</file>

<file path=ppt/slides/slide3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b95108a124162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5415" y="11049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3FA5A294-E21D-4CC2-9A8E-E70D618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97840"/>
            <a:ext cx="2696845" cy="3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0F420B2-B866-4102-8F34-7D2502A2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510030"/>
            <a:ext cx="4786630" cy="3680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solidFill>
              <a:schemeClr val="accent1">
                <a:lumMod val="75000"/>
              </a:schemeClr>
            </a:solidFill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10000"/>
              </a:lnSpc>
              <a:buFont typeface="Wingdings"/>
              <a:buChar char="Ø"/>
            </a:pPr>
            <a:r>
              <a:rPr>
                <a:latin typeface="微软雅黑"/>
                <a:ea typeface="微软雅黑"/>
                <a:cs typeface="微软雅黑"/>
              </a:rPr>
              <a:t>需要定制一套安全带拉紧力检测</a:t>
            </a:r>
            <a:r>
              <a:rPr>
                <a:latin typeface="微软雅黑"/>
                <a:ea typeface="微软雅黑"/>
                <a:cs typeface="微软雅黑"/>
              </a:rPr>
              <a:t>设备，可检测不同角度安全带拉紧力，按标准判断是否合格；</a:t>
            </a:r>
          </a:p>
          <a:p xmlns:a="http://schemas.openxmlformats.org/drawingml/2006/main">
            <a:pPr marL="285750" indent="-285750">
              <a:lnSpc>
                <a:spcPct val="110000"/>
              </a:lnSpc>
              <a:buFont typeface="Wingdings"/>
              <a:buChar char="Ø"/>
            </a:pPr>
            <a:r>
              <a:rPr>
                <a:latin typeface="微软雅黑"/>
                <a:ea typeface="微软雅黑"/>
                <a:cs typeface="微软雅黑"/>
              </a:rPr>
              <a:t>适用位置</a:t>
            </a:r>
            <a:r>
              <a:rPr>
                <a:latin typeface="微软雅黑"/>
                <a:ea typeface="微软雅黑"/>
                <a:cs typeface="微软雅黑"/>
              </a:rPr>
              <a:t>:</a:t>
            </a:r>
            <a:r>
              <a:rPr>
                <a:latin typeface="微软雅黑"/>
                <a:ea typeface="微软雅黑"/>
                <a:cs typeface="微软雅黑"/>
              </a:rPr>
              <a:t>在温控箱箱内：</a:t>
            </a:r>
          </a:p>
          <a:p xmlns:a="http://schemas.openxmlformats.org/drawingml/2006/main">
            <a:pPr marL="285750" indent="-285750">
              <a:lnSpc>
                <a:spcPct val="110000"/>
              </a:lnSpc>
              <a:buFont typeface="Wingdings"/>
              <a:buChar char="Ø"/>
            </a:pPr>
            <a:r>
              <a:rPr>
                <a:latin typeface="微软雅黑"/>
                <a:ea typeface="微软雅黑"/>
                <a:cs typeface="微软雅黑"/>
              </a:rPr>
              <a:t>设备要求</a:t>
            </a:r>
            <a:r>
              <a:rPr>
                <a:latin typeface="微软雅黑"/>
                <a:ea typeface="微软雅黑"/>
                <a:cs typeface="微软雅黑"/>
              </a:rPr>
              <a:t>:</a:t>
            </a:r>
            <a:r>
              <a:rPr>
                <a:latin typeface="微软雅黑"/>
                <a:ea typeface="微软雅黑"/>
                <a:cs typeface="微软雅黑"/>
              </a:rPr>
              <a:t>设备</a:t>
            </a:r>
            <a:r>
              <a:rPr>
                <a:latin typeface="微软雅黑"/>
                <a:ea typeface="微软雅黑"/>
                <a:cs typeface="微软雅黑"/>
              </a:rPr>
              <a:t>可实现安全带在温控箱内进行安全带的检测</a:t>
            </a:r>
            <a:r>
              <a:rPr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0CD3AE18-AB34-4A2C-BAC5-F47FDC4C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79070"/>
            <a:ext cx="2937510" cy="647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5pPr>
            <a:lvl6pPr marL="4572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6pPr>
            <a:lvl7pPr marL="9144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7pPr>
            <a:lvl8pPr marL="13716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8pPr>
            <a:lvl9pPr marL="18288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>
                <a:latin typeface="宋体"/>
                <a:ea typeface="宋体"/>
                <a:cs typeface="宋体"/>
              </a:rPr>
              <a:t>一</a:t>
            </a:r>
            <a:r>
              <a:rPr sz="2800">
                <a:latin typeface="宋体"/>
                <a:ea typeface="宋体"/>
                <a:cs typeface="宋体"/>
              </a:rPr>
              <a:t>:</a:t>
            </a:r>
            <a:r>
              <a:rPr sz="2800">
                <a:latin typeface="宋体"/>
                <a:ea typeface="宋体"/>
                <a:cs typeface="宋体"/>
              </a:rPr>
              <a:t>客户需求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7C98A4E-23B6-4492-BA4B-21D3E84D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20" name="rect">
            <a:extLst xmlns:a="http://schemas.openxmlformats.org/drawingml/2006/main">
              <a:ext uri="{FF2B5EF4-FFF2-40B4-BE49-F238E27FC236}">
                <a16:creationId xmlns:a16="http://schemas.microsoft.com/office/drawing/2014/main" id="{58F2965E-5726-42C8-9A3D-A06691A2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214" y="1470025"/>
            <a:ext cx="31750" cy="46151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>
              <a:alpha val="100000"/>
            </a:srgbClr>
          </a:solidFill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18">
            <a:extLst xmlns:a="http://schemas.openxmlformats.org/drawingml/2006/main">
              <a:ext uri="{FF2B5EF4-FFF2-40B4-BE49-F238E27FC236}">
                <a16:creationId xmlns:a16="http://schemas.microsoft.com/office/drawing/2014/main" id="{4B6F8FDD-3C63-46D4-96DB-9C2CF321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636395"/>
            <a:ext cx="2012315" cy="295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产面正面检测点标记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D2065B06-87A2-4443-9004-B05677EC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264" y="2006599"/>
            <a:ext cx="1326515" cy="3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>
              <a:alpha val="100000"/>
            </a:srgbClr>
          </a:solidFill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E01591DF-CB99-4A36-9582-B71F8E1A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D38E37A5-6FE9-4BEC-B452-EEF135C9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365" y="6444615"/>
            <a:ext cx="681482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地址：辽宁省沈阳市沈北新区七星大街</a:t>
            </a:r>
            <a:r>
              <a:rPr sz="1600">
                <a:latin typeface="楷体"/>
                <a:ea typeface="楷体"/>
                <a:cs typeface="楷体"/>
              </a:rPr>
              <a:t>86-3</a:t>
            </a:r>
            <a:r>
              <a:rPr sz="1600">
                <a:latin typeface="楷体"/>
                <a:ea typeface="楷体"/>
                <a:cs typeface="楷体"/>
              </a:rPr>
              <a:t>号</a:t>
            </a:r>
            <a:r>
              <a:rPr sz="1600">
                <a:latin typeface="楷体"/>
                <a:ea typeface="楷体"/>
                <a:cs typeface="楷体"/>
              </a:rPr>
              <a:t>-101(</a:t>
            </a:r>
            <a:r>
              <a:rPr sz="1600">
                <a:latin typeface="楷体"/>
                <a:ea typeface="楷体"/>
                <a:cs typeface="楷体"/>
              </a:rPr>
              <a:t>中电光谷信息港产业园D区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  <a:r>
              <a:rPr sz="1600">
                <a:latin typeface="楷体"/>
                <a:ea typeface="楷体"/>
                <a:cs typeface="楷体"/>
              </a:rPr>
              <a:t>)</a:t>
            </a:r>
          </a:p>
        </p:txBody>
      </p:sp>
      <p:pic>
        <p:nvPicPr>
          <p:cNvPr id="13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a11a8482c42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5000" y="2276475"/>
            <a:ext cx="1673225" cy="34817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22190"/>
      </p:ext>
    </p:extLst>
  </p:cSld>
</p:sld>
</file>

<file path=ppt/slides/slide4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f8dadb888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9735" y="1830705"/>
            <a:ext cx="2725420" cy="2414905"/>
          </a:xfrm>
          <a:prstGeom xmlns:a="http://schemas.openxmlformats.org/drawingml/2006/main" prst="rect">
            <a:avLst/>
          </a:prstGeom>
        </p:spPr>
      </p:pic>
      <p:pic>
        <p:nvPicPr>
          <p:cNvPr id="13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5ccdc8abf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5125" y="1155065"/>
            <a:ext cx="4860290" cy="4241800"/>
          </a:xfrm>
          <a:prstGeom xmlns:a="http://schemas.openxmlformats.org/drawingml/2006/main" prst="rect">
            <a:avLst/>
          </a:prstGeom>
        </p:spPr>
      </p:pic>
      <p:pic>
        <p:nvPicPr>
          <p:cNvPr id="13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8d349da034157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5415" y="11049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E525D8AA-F3E8-4EF8-BA8B-EAE9DDDD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97840"/>
            <a:ext cx="2696845" cy="3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678856BB-46D4-4F39-BA67-6E43C09D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79070"/>
            <a:ext cx="2937510" cy="647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5pPr>
            <a:lvl6pPr marL="4572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6pPr>
            <a:lvl7pPr marL="9144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7pPr>
            <a:lvl8pPr marL="13716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8pPr>
            <a:lvl9pPr marL="18288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>
                <a:latin typeface="宋体"/>
                <a:ea typeface="宋体"/>
                <a:cs typeface="宋体"/>
              </a:rPr>
              <a:t>二</a:t>
            </a:r>
            <a:r>
              <a:rPr sz="2800">
                <a:latin typeface="宋体"/>
                <a:ea typeface="宋体"/>
                <a:cs typeface="宋体"/>
              </a:rPr>
              <a:t>:</a:t>
            </a:r>
            <a:r>
              <a:rPr sz="2800">
                <a:latin typeface="宋体"/>
                <a:ea typeface="宋体"/>
                <a:cs typeface="宋体"/>
              </a:rPr>
              <a:t>设备整体介绍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84090F9-3D30-4D8E-9AC8-EEC6730A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CE89E769-5DC6-4644-B5B3-7288F7C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950" y="1318260"/>
            <a:ext cx="1391920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Y</a:t>
            </a:r>
            <a:r>
              <a:rPr sz="1600"/>
              <a:t>向旋转机构</a:t>
            </a:r>
          </a:p>
        </p:txBody>
      </p:sp>
      <p:sp>
        <p:nvSpPr>
          <p:cNvPr id="64" name="圆角矩形 63">
            <a:extLst xmlns:a="http://schemas.openxmlformats.org/drawingml/2006/main">
              <a:ext uri="{FF2B5EF4-FFF2-40B4-BE49-F238E27FC236}">
                <a16:creationId xmlns:a16="http://schemas.microsoft.com/office/drawing/2014/main" id="{99530664-6034-4E7C-8A34-5822007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585" y="1318260"/>
            <a:ext cx="1282065" cy="34861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5A6A9F29-C88E-49AB-A30E-F15585FD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143" name="直接箭头连接符 67"/>
          <p:cNvCxnSpPr>
            <a:stCxn xmlns:a="http://schemas.openxmlformats.org/drawingml/2006/main" id="64" idx="3"/>
          </p:cNvCxnSpPr>
          <p:nvPr/>
        </p:nvCxnSpPr>
        <p:spPr>
          <a:xfrm xmlns:a="http://schemas.openxmlformats.org/drawingml/2006/main">
            <a:off x="3676650" y="1492885"/>
            <a:ext cx="981075" cy="11410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2979D65-6C67-4CB4-BC2E-69E3C721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365" y="6444615"/>
            <a:ext cx="681482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地址：辽宁省沈阳市沈北新区七星大街</a:t>
            </a:r>
            <a:r>
              <a:rPr sz="1600">
                <a:latin typeface="楷体"/>
                <a:ea typeface="楷体"/>
                <a:cs typeface="楷体"/>
              </a:rPr>
              <a:t>86-3</a:t>
            </a:r>
            <a:r>
              <a:rPr sz="1600">
                <a:latin typeface="楷体"/>
                <a:ea typeface="楷体"/>
                <a:cs typeface="楷体"/>
              </a:rPr>
              <a:t>号</a:t>
            </a:r>
            <a:r>
              <a:rPr sz="1600">
                <a:latin typeface="楷体"/>
                <a:ea typeface="楷体"/>
                <a:cs typeface="楷体"/>
              </a:rPr>
              <a:t>-101(</a:t>
            </a:r>
            <a:r>
              <a:rPr sz="1600">
                <a:latin typeface="楷体"/>
                <a:ea typeface="楷体"/>
                <a:cs typeface="楷体"/>
              </a:rPr>
              <a:t>中电光谷信息港产业园D区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  <a:r>
              <a:rPr sz="1600">
                <a:latin typeface="楷体"/>
                <a:ea typeface="楷体"/>
                <a:cs typeface="楷体"/>
              </a:rPr>
              <a:t>)</a:t>
            </a:r>
          </a:p>
        </p:txBody>
      </p:sp>
      <p:cxnSp>
        <p:nvCxnSpPr>
          <p:cNvPr id="145" name="直接箭头连接符 14"/>
          <p:cNvCxnSpPr/>
          <p:nvPr/>
        </p:nvCxnSpPr>
        <p:spPr>
          <a:xfrm xmlns:a="http://schemas.openxmlformats.org/drawingml/2006/main" flipV="1">
            <a:off x="2294890" y="3175635"/>
            <a:ext cx="1377950" cy="50990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6497F3CA-B067-49AE-A79B-32FC250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75" y="3499485"/>
            <a:ext cx="1069975" cy="3460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9DBE475-0D71-4D0A-9089-B875DA51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75" y="3498850"/>
            <a:ext cx="1170940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/>
              <a:t>X</a:t>
            </a:r>
            <a:r>
              <a:rPr sz="1600"/>
              <a:t>向旋转轴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ADDEC38-2F45-4398-B2C6-FBD01D85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" y="2576830"/>
            <a:ext cx="1039495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角度锁紧</a:t>
            </a:r>
          </a:p>
        </p:txBody>
      </p:sp>
      <p:cxnSp>
        <p:nvCxnSpPr>
          <p:cNvPr id="149" name="直接箭头连接符 9"/>
          <p:cNvCxnSpPr>
            <a:stCxn xmlns:a="http://schemas.openxmlformats.org/drawingml/2006/main" id="30" idx="3"/>
          </p:cNvCxnSpPr>
          <p:nvPr/>
        </p:nvCxnSpPr>
        <p:spPr>
          <a:xfrm xmlns:a="http://schemas.openxmlformats.org/drawingml/2006/main">
            <a:off x="2189480" y="2752725"/>
            <a:ext cx="1661160" cy="32321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5A07EE4F-19AA-416A-878C-0597F13B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75" y="2579370"/>
            <a:ext cx="967105" cy="3460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51" name="直接箭头连接符 51"/>
          <p:cNvCxnSpPr>
            <a:stCxn xmlns:a="http://schemas.openxmlformats.org/drawingml/2006/main" id="53" idx="0"/>
          </p:cNvCxnSpPr>
          <p:nvPr/>
        </p:nvCxnSpPr>
        <p:spPr>
          <a:xfrm xmlns:a="http://schemas.openxmlformats.org/drawingml/2006/main" flipH="1" flipV="1">
            <a:off x="6824980" y="2406650"/>
            <a:ext cx="1522095" cy="5949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41B11E11-9F63-4FA1-8A84-B6877BF3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220" y="3001645"/>
            <a:ext cx="1489075" cy="3460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E9AC2CE4-88E9-41B7-BE20-66C34B19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305" y="2999105"/>
            <a:ext cx="1679575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安全带固定机构</a:t>
            </a:r>
          </a:p>
        </p:txBody>
      </p:sp>
      <p:cxnSp>
        <p:nvCxnSpPr>
          <p:cNvPr id="154" name="直接箭头连接符 54"/>
          <p:cNvCxnSpPr/>
          <p:nvPr/>
        </p:nvCxnSpPr>
        <p:spPr>
          <a:xfrm xmlns:a="http://schemas.openxmlformats.org/drawingml/2006/main" flipH="1" flipV="1">
            <a:off x="5393690" y="2461260"/>
            <a:ext cx="2279015" cy="155003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00EC35CB-D078-43B9-8FDF-F75C9D46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902075"/>
            <a:ext cx="988695" cy="3460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BB0D8AC2-C1F7-41BB-8E18-88CB9BFA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615" y="3927475"/>
            <a:ext cx="1070610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弹簧</a:t>
            </a:r>
          </a:p>
        </p:txBody>
      </p:sp>
      <p:cxnSp>
        <p:nvCxnSpPr>
          <p:cNvPr id="157" name="直接箭头连接符 60"/>
          <p:cNvCxnSpPr>
            <a:stCxn xmlns:a="http://schemas.openxmlformats.org/drawingml/2006/main" id="66" idx="3"/>
          </p:cNvCxnSpPr>
          <p:nvPr/>
        </p:nvCxnSpPr>
        <p:spPr>
          <a:xfrm xmlns:a="http://schemas.openxmlformats.org/drawingml/2006/main" flipV="1">
            <a:off x="2209800" y="4596130"/>
            <a:ext cx="1466215" cy="11493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F80F98FB-0448-4D42-9B18-CDF2C62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75" y="4530090"/>
            <a:ext cx="986790" cy="3460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87E006DE-2FF5-4FAF-B965-38E4878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40" y="4536440"/>
            <a:ext cx="1026160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/>
              <a:t>工装框架</a:t>
            </a:r>
          </a:p>
        </p:txBody>
      </p:sp>
      <p:cxnSp>
        <p:nvCxnSpPr>
          <p:cNvPr id="160" name="直接箭头连接符 13"/>
          <p:cNvCxnSpPr/>
          <p:nvPr/>
        </p:nvCxnSpPr>
        <p:spPr>
          <a:xfrm xmlns:a="http://schemas.openxmlformats.org/drawingml/2006/main" flipH="1">
            <a:off x="5248275" y="1939925"/>
            <a:ext cx="2520315" cy="2159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D2114F8C-2679-4656-9B67-9FFBEA23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415" y="1830705"/>
            <a:ext cx="988695" cy="3460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E9C258E-B174-4901-A117-23412C89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1856105"/>
            <a:ext cx="1070610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旋转轮</a:t>
            </a:r>
          </a:p>
        </p:txBody>
      </p:sp>
      <p:cxnSp>
        <p:nvCxnSpPr>
          <p:cNvPr id="163" name="直接箭头连接符 19"/>
          <p:cNvCxnSpPr/>
          <p:nvPr/>
        </p:nvCxnSpPr>
        <p:spPr>
          <a:xfrm xmlns:a="http://schemas.openxmlformats.org/drawingml/2006/main" flipH="1" flipV="1">
            <a:off x="5356860" y="3687445"/>
            <a:ext cx="241173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27724ED7-91C2-4A54-B4CD-1D6E201F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415" y="4549775"/>
            <a:ext cx="1435100" cy="3460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2A1ACD8-E997-4FDE-B7E9-4FAF4628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415" y="4542155"/>
            <a:ext cx="1407795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拉压力传感器</a:t>
            </a:r>
          </a:p>
        </p:txBody>
      </p:sp>
      <p:cxnSp>
        <p:nvCxnSpPr>
          <p:cNvPr id="166" name="直接箭头连接符 30"/>
          <p:cNvCxnSpPr>
            <a:stCxn xmlns:a="http://schemas.openxmlformats.org/drawingml/2006/main" id="33" idx="0"/>
          </p:cNvCxnSpPr>
          <p:nvPr/>
        </p:nvCxnSpPr>
        <p:spPr>
          <a:xfrm xmlns:a="http://schemas.openxmlformats.org/drawingml/2006/main" flipV="1">
            <a:off x="3938270" y="4086860"/>
            <a:ext cx="1091565" cy="137287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C1D11A0C-0365-4806-A802-353B34ED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5459730"/>
            <a:ext cx="1483360" cy="34607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10798A2F-18F6-4AEF-836B-AFAC9F32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5459730"/>
            <a:ext cx="1525905" cy="348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/>
              <a:t>安全带安装位</a:t>
            </a:r>
          </a:p>
        </p:txBody>
      </p:sp>
      <p:cxnSp>
        <p:nvCxnSpPr>
          <p:cNvPr id="169" name="直接箭头连接符 5"/>
          <p:cNvCxnSpPr>
            <a:stCxn xmlns:a="http://schemas.openxmlformats.org/drawingml/2006/main" id="13" idx="0"/>
          </p:cNvCxnSpPr>
          <p:nvPr/>
        </p:nvCxnSpPr>
        <p:spPr>
          <a:xfrm xmlns:a="http://schemas.openxmlformats.org/drawingml/2006/main" flipH="1" flipV="1">
            <a:off x="10136505" y="3505835"/>
            <a:ext cx="238760" cy="19538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C319A48-8D24-4D87-AFB6-69BE6340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0" y="5459730"/>
            <a:ext cx="213233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工控一体机控制柜</a:t>
            </a:r>
          </a:p>
        </p:txBody>
      </p:sp>
      <p:cxnSp>
        <p:nvCxnSpPr>
          <p:cNvPr id="171" name="直接箭头连接符 22"/>
          <p:cNvCxnSpPr>
            <a:stCxn xmlns:a="http://schemas.openxmlformats.org/drawingml/2006/main" id="24" idx="2"/>
          </p:cNvCxnSpPr>
          <p:nvPr/>
        </p:nvCxnSpPr>
        <p:spPr>
          <a:xfrm xmlns:a="http://schemas.openxmlformats.org/drawingml/2006/main" flipH="1">
            <a:off x="10073005" y="1586865"/>
            <a:ext cx="599440" cy="7473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4DE9126-E987-40D6-937E-BD166651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140" y="1238250"/>
            <a:ext cx="107061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工控机</a:t>
            </a:r>
          </a:p>
        </p:txBody>
      </p:sp>
    </p:spTree>
    <p:extLst>
      <p:ext uri="{BB962C8B-B14F-4D97-AF65-F5344CB8AC3E}">
        <p14:creationId xmlns:p14="http://schemas.microsoft.com/office/powerpoint/2010/main" val="220155610"/>
      </p:ext>
    </p:extLst>
  </p:cSld>
</p:sld>
</file>

<file path=ppt/slides/slide5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521e2e3804c61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695" y="11049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540F09C1-D738-4851-A172-A8F2AE1D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15" y="497840"/>
            <a:ext cx="2696845" cy="3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D325C299-DD0B-43AD-9066-B8419ADA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79070"/>
            <a:ext cx="3195955" cy="647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5pPr>
            <a:lvl6pPr marL="4572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6pPr>
            <a:lvl7pPr marL="9144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7pPr>
            <a:lvl8pPr marL="13716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8pPr>
            <a:lvl9pPr marL="18288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>
                <a:latin typeface="宋体"/>
                <a:ea typeface="宋体"/>
                <a:cs typeface="宋体"/>
              </a:rPr>
              <a:t>三</a:t>
            </a:r>
            <a:r>
              <a:rPr sz="2800">
                <a:latin typeface="宋体"/>
                <a:ea typeface="宋体"/>
                <a:cs typeface="宋体"/>
              </a:rPr>
              <a:t>:</a:t>
            </a:r>
            <a:r>
              <a:rPr sz="2800">
                <a:latin typeface="宋体"/>
                <a:ea typeface="宋体"/>
                <a:cs typeface="宋体"/>
              </a:rPr>
              <a:t>作业流程说明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BCF6678-C0FF-4321-8563-69BF19BD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D1A305-70A8-4CF2-BA32-191B5EED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870" y="1711960"/>
            <a:ext cx="5854700" cy="17837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工作流程：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①将安全带安装至</a:t>
            </a:r>
            <a:r>
              <a:rPr sz="1200">
                <a:latin typeface="+mn-ea"/>
                <a:ea typeface="+mn-ea"/>
                <a:cs typeface="+mn-ea"/>
              </a:rPr>
              <a:t>工作位</a:t>
            </a:r>
            <a:r>
              <a:rPr sz="1200">
                <a:latin typeface="+mn-ea"/>
                <a:ea typeface="+mn-ea"/>
                <a:cs typeface="+mn-ea"/>
              </a:rPr>
              <a:t>；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②手动调节到大致要试验角度后锁紧；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③将工装放置温控箱中</a:t>
            </a:r>
            <a:r>
              <a:rPr sz="1200">
                <a:latin typeface="+mn-ea"/>
                <a:ea typeface="+mn-ea"/>
                <a:cs typeface="+mn-ea"/>
              </a:rPr>
              <a:t>；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④将电源线及传感器连接线进行连接</a:t>
            </a:r>
            <a:r>
              <a:rPr sz="1200">
                <a:latin typeface="+mn-ea"/>
                <a:ea typeface="+mn-ea"/>
                <a:cs typeface="+mn-ea"/>
              </a:rPr>
              <a:t>；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⑤</a:t>
            </a:r>
            <a:r>
              <a:rPr sz="1200">
                <a:latin typeface="+mn-ea"/>
                <a:ea typeface="+mn-ea"/>
                <a:cs typeface="+mn-ea"/>
              </a:rPr>
              <a:t>开始进行测试。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5EEDD515-D054-4FEC-A2C2-352F129F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F3F90E2-5AFC-4563-9DE2-6F3CD1D3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365" y="6444615"/>
            <a:ext cx="681482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地址：辽宁省沈阳市沈北新区七星大街</a:t>
            </a:r>
            <a:r>
              <a:rPr sz="1600">
                <a:latin typeface="楷体"/>
                <a:ea typeface="楷体"/>
                <a:cs typeface="楷体"/>
              </a:rPr>
              <a:t>86-3</a:t>
            </a:r>
            <a:r>
              <a:rPr sz="1600">
                <a:latin typeface="楷体"/>
                <a:ea typeface="楷体"/>
                <a:cs typeface="楷体"/>
              </a:rPr>
              <a:t>号</a:t>
            </a:r>
            <a:r>
              <a:rPr sz="1600">
                <a:latin typeface="楷体"/>
                <a:ea typeface="楷体"/>
                <a:cs typeface="楷体"/>
              </a:rPr>
              <a:t>-101(</a:t>
            </a:r>
            <a:r>
              <a:rPr sz="1600">
                <a:latin typeface="楷体"/>
                <a:ea typeface="楷体"/>
                <a:cs typeface="楷体"/>
              </a:rPr>
              <a:t>中电光谷信息港产业园D区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  <a:r>
              <a:rPr sz="1600">
                <a:latin typeface="楷体"/>
                <a:ea typeface="楷体"/>
                <a:cs typeface="楷体"/>
              </a:rPr>
              <a:t>)</a:t>
            </a:r>
          </a:p>
        </p:txBody>
      </p:sp>
      <p:pic>
        <p:nvPicPr>
          <p:cNvPr id="5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6dfdac8d8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470" y="1411605"/>
            <a:ext cx="4197350" cy="3718560"/>
          </a:xfrm>
          <a:prstGeom xmlns:a="http://schemas.openxmlformats.org/drawingml/2006/main" prst="rect">
            <a:avLst/>
          </a:prstGeom>
        </p:spPr>
      </p:pic>
      <p:pic>
        <p:nvPicPr>
          <p:cNvPr id="5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778f3057b46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7795" y="3779520"/>
            <a:ext cx="2728595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42778"/>
      </p:ext>
    </p:extLst>
  </p:cSld>
</p:sld>
</file>

<file path=ppt/slides/slide6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d4a426a9f4dac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695" y="11049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22013D91-C6BC-41E8-993C-1F568E23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15" y="497840"/>
            <a:ext cx="2696845" cy="3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F10BC0F-59FF-4BB7-A2B5-7225900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79070"/>
            <a:ext cx="3195955" cy="647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5pPr>
            <a:lvl6pPr marL="4572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6pPr>
            <a:lvl7pPr marL="9144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7pPr>
            <a:lvl8pPr marL="13716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8pPr>
            <a:lvl9pPr marL="18288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>
                <a:latin typeface="宋体"/>
                <a:ea typeface="宋体"/>
                <a:cs typeface="宋体"/>
              </a:rPr>
              <a:t>四</a:t>
            </a:r>
            <a:r>
              <a:rPr sz="2800">
                <a:latin typeface="宋体"/>
                <a:ea typeface="宋体"/>
                <a:cs typeface="宋体"/>
              </a:rPr>
              <a:t>:</a:t>
            </a:r>
            <a:r>
              <a:rPr sz="2800">
                <a:latin typeface="宋体"/>
                <a:ea typeface="宋体"/>
                <a:cs typeface="宋体"/>
              </a:rPr>
              <a:t>设备占地尺寸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6EBCCE6-DCCE-4878-9988-0F5B2EFF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D9048F9-BBC4-4FD0-86B2-50C74662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550" y="5444490"/>
            <a:ext cx="450723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latin typeface="+mn-ea"/>
                <a:ea typeface="+mn-ea"/>
                <a:cs typeface="+mn-ea"/>
              </a:rPr>
              <a:t>设备尺寸：长×宽×高</a:t>
            </a:r>
            <a:r>
              <a:rPr sz="1200">
                <a:latin typeface="+mn-ea"/>
                <a:ea typeface="+mn-ea"/>
                <a:cs typeface="+mn-ea"/>
              </a:rPr>
              <a:t>=L500mm*W450mm*H210mm(</a:t>
            </a:r>
            <a:r>
              <a:rPr sz="1200">
                <a:latin typeface="+mn-ea"/>
                <a:ea typeface="+mn-ea"/>
                <a:cs typeface="+mn-ea"/>
              </a:rPr>
              <a:t>不含工控机柜</a:t>
            </a:r>
            <a:r>
              <a:rPr sz="1200">
                <a:latin typeface="+mn-ea"/>
                <a:ea typeface="+mn-ea"/>
                <a:cs typeface="+mn-ea"/>
              </a:rPr>
              <a:t>)</a:t>
            </a: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6BB688F6-8526-4C68-B559-AA52AA2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F018287-B673-4188-B650-A4BB0B2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330" y="5824855"/>
            <a:ext cx="673417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FF0000"/>
                </a:solidFill>
                <a:latin typeface="Arial"/>
                <a:ea typeface="Arial"/>
                <a:cs typeface="Arial"/>
              </a:rPr>
              <a:t>备注：图纸</a:t>
            </a:r>
            <a:r>
              <a:rPr sz="1600">
                <a:solidFill>
                  <a:srgbClr val="FF0000"/>
                </a:solidFill>
                <a:latin typeface="Arial"/>
                <a:ea typeface="Arial"/>
                <a:cs typeface="Arial"/>
              </a:rPr>
              <a:t>尺寸为方案尺寸，最终以客户要求确认后实际投产尺寸为准。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DCB5423A-36B0-4418-8243-034F7331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365" y="6444615"/>
            <a:ext cx="681482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地址：辽宁省沈阳市沈北新区七星大街</a:t>
            </a:r>
            <a:r>
              <a:rPr sz="1600">
                <a:latin typeface="楷体"/>
                <a:ea typeface="楷体"/>
                <a:cs typeface="楷体"/>
              </a:rPr>
              <a:t>86-3</a:t>
            </a:r>
            <a:r>
              <a:rPr sz="1600">
                <a:latin typeface="楷体"/>
                <a:ea typeface="楷体"/>
                <a:cs typeface="楷体"/>
              </a:rPr>
              <a:t>号</a:t>
            </a:r>
            <a:r>
              <a:rPr sz="1600">
                <a:latin typeface="楷体"/>
                <a:ea typeface="楷体"/>
                <a:cs typeface="楷体"/>
              </a:rPr>
              <a:t>-101(</a:t>
            </a:r>
            <a:r>
              <a:rPr sz="1600">
                <a:latin typeface="楷体"/>
                <a:ea typeface="楷体"/>
                <a:cs typeface="楷体"/>
              </a:rPr>
              <a:t>中电光谷信息港产业园D区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  <a:r>
              <a:rPr sz="1600">
                <a:latin typeface="楷体"/>
                <a:ea typeface="楷体"/>
                <a:cs typeface="楷体"/>
              </a:rPr>
              <a:t>)</a:t>
            </a:r>
          </a:p>
        </p:txBody>
      </p:sp>
      <p:pic>
        <p:nvPicPr>
          <p:cNvPr id="5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6737acbb642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" y="1237615"/>
            <a:ext cx="4766310" cy="3541395"/>
          </a:xfrm>
          <a:prstGeom xmlns:a="http://schemas.openxmlformats.org/drawingml/2006/main" prst="rect">
            <a:avLst/>
          </a:prstGeom>
        </p:spPr>
      </p:pic>
      <p:pic>
        <p:nvPicPr>
          <p:cNvPr id="5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9eddd207042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9680" y="1347470"/>
            <a:ext cx="4253865" cy="31807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97961"/>
      </p:ext>
    </p:extLst>
  </p:cSld>
</p:sld>
</file>

<file path=ppt/slides/slide7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fbb4809bc4ded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695" y="11049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540F09C1-D738-4851-A172-A8F2AE1D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15" y="497840"/>
            <a:ext cx="2696845" cy="3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D325C299-DD0B-43AD-9066-B8419ADA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2" y="17907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5pPr>
            <a:lvl6pPr marL="4572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6pPr>
            <a:lvl7pPr marL="9144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7pPr>
            <a:lvl8pPr marL="13716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8pPr>
            <a:lvl9pPr marL="18288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>
                <a:latin typeface="宋体"/>
                <a:ea typeface="宋体"/>
                <a:cs typeface="宋体"/>
              </a:rPr>
              <a:t>五：上位机软件系统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BCF6678-C0FF-4321-8563-69BF19BD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D1A305-70A8-4CF2-BA32-191B5EED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57300"/>
            <a:ext cx="4476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系统构成：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① WinForms 上位机，适配工控机触控操作；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② CAN 通讯控制电机驱动器；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③ 模拟量采集拉力、电流与电压；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④ SQLite 保存参数、试验数据和日志；</a:t>
            </a:r>
          </a:p>
          <a:p xmlns:a="http://schemas.openxmlformats.org/drawingml/2006/main">
            <a:pPr marL="457200" indent="0">
              <a:lnSpc>
                <a:spcPts val="2200"/>
              </a:lnSpc>
              <a:buNone/>
            </a:pPr>
            <a:r>
              <a:rPr sz="1200">
                <a:latin typeface="+mn-ea"/>
                <a:ea typeface="+mn-ea"/>
                <a:cs typeface="+mn-ea"/>
              </a:rPr>
              <a:t>⑤ 预留急停、限位及安全门状态联锁。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5EEDD515-D054-4FEC-A2C2-352F129F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F3F90E2-5AFC-4563-9DE2-6F3CD1D3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365" y="6444615"/>
            <a:ext cx="681482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地址：辽宁省沈阳市沈北新区七星大街</a:t>
            </a:r>
            <a:r>
              <a:rPr sz="1600">
                <a:latin typeface="楷体"/>
                <a:ea typeface="楷体"/>
                <a:cs typeface="楷体"/>
              </a:rPr>
              <a:t>86-3</a:t>
            </a:r>
            <a:r>
              <a:rPr sz="1600">
                <a:latin typeface="楷体"/>
                <a:ea typeface="楷体"/>
                <a:cs typeface="楷体"/>
              </a:rPr>
              <a:t>号</a:t>
            </a:r>
            <a:r>
              <a:rPr sz="1600">
                <a:latin typeface="楷体"/>
                <a:ea typeface="楷体"/>
                <a:cs typeface="楷体"/>
              </a:rPr>
              <a:t>-101(</a:t>
            </a:r>
            <a:r>
              <a:rPr sz="1600">
                <a:latin typeface="楷体"/>
                <a:ea typeface="楷体"/>
                <a:cs typeface="楷体"/>
              </a:rPr>
              <a:t>中电光谷信息港产业园D区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  <a:r>
              <a:rPr sz="1600">
                <a:latin typeface="楷体"/>
                <a:ea typeface="楷体"/>
                <a:cs typeface="楷体"/>
              </a:rPr>
              <a:t>)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0684965164fe0"/>
          <a:stretch xmlns:a="http://schemas.openxmlformats.org/drawingml/2006/main"/>
        </p:blipFill>
        <p:spPr>
          <a:xfrm xmlns:a="http://schemas.openxmlformats.org/drawingml/2006/main">
            <a:off x="666750" y="1220391"/>
            <a:ext cx="5905500" cy="3321844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2e21811ad41c6"/>
          <a:stretch xmlns:a="http://schemas.openxmlformats.org/drawingml/2006/main"/>
        </p:blipFill>
        <p:spPr>
          <a:xfrm xmlns:a="http://schemas.openxmlformats.org/drawingml/2006/main">
            <a:off x="7486650" y="3924300"/>
            <a:ext cx="3810000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42778"/>
      </p:ext>
    </p:extLst>
  </p:cSld>
</p:sld>
</file>

<file path=ppt/slides/slide8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b45613eaa434b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695" y="11049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22013D91-C6BC-41E8-993C-1F568E23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15" y="497840"/>
            <a:ext cx="2696845" cy="3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F10BC0F-59FF-4BB7-A2B5-7225900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2" y="17907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5pPr>
            <a:lvl6pPr marL="4572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6pPr>
            <a:lvl7pPr marL="9144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7pPr>
            <a:lvl8pPr marL="13716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8pPr>
            <a:lvl9pPr marL="18288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>
                <a:latin typeface="宋体"/>
                <a:ea typeface="宋体"/>
                <a:cs typeface="宋体"/>
              </a:rPr>
              <a:t>六：试验控制与实时监控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6EBCCE6-DCCE-4878-9988-0F5B2EFF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D9048F9-BBC4-4FD0-86B2-50C74662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latin typeface="+mn-ea"/>
                <a:ea typeface="+mn-ea"/>
                <a:cs typeface="+mn-ea"/>
              </a:rPr>
              <a:t>实时显示拉力、电流、电压、位移及循环进度，支持启动、暂停、停止与复位。</a:t>
            </a: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6BB688F6-8526-4C68-B559-AA52AA2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F018287-B673-4188-B650-A4BB0B2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4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FF0000"/>
                </a:solidFill>
                <a:latin typeface="Arial"/>
                <a:ea typeface="Arial"/>
                <a:cs typeface="Arial"/>
              </a:rPr>
              <a:t>说明：趋势曲线、试验步骤和设备状态同屏展示；异常事件进入系统日志，并预留硬件安全联锁接口。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DCB5423A-36B0-4418-8243-034F7331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365" y="6444615"/>
            <a:ext cx="681482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地址：辽宁省沈阳市沈北新区七星大街</a:t>
            </a:r>
            <a:r>
              <a:rPr sz="1600">
                <a:latin typeface="楷体"/>
                <a:ea typeface="楷体"/>
                <a:cs typeface="楷体"/>
              </a:rPr>
              <a:t>86-3</a:t>
            </a:r>
            <a:r>
              <a:rPr sz="1600">
                <a:latin typeface="楷体"/>
                <a:ea typeface="楷体"/>
                <a:cs typeface="楷体"/>
              </a:rPr>
              <a:t>号</a:t>
            </a:r>
            <a:r>
              <a:rPr sz="1600">
                <a:latin typeface="楷体"/>
                <a:ea typeface="楷体"/>
                <a:cs typeface="楷体"/>
              </a:rPr>
              <a:t>-101(</a:t>
            </a:r>
            <a:r>
              <a:rPr sz="1600">
                <a:latin typeface="楷体"/>
                <a:ea typeface="楷体"/>
                <a:cs typeface="楷体"/>
              </a:rPr>
              <a:t>中电光谷信息港产业园D区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  <a:r>
              <a:rPr sz="1600">
                <a:latin typeface="楷体"/>
                <a:ea typeface="楷体"/>
                <a:cs typeface="楷体"/>
              </a:rPr>
              <a:t>)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26749dcda44b5"/>
          <a:stretch xmlns:a="http://schemas.openxmlformats.org/drawingml/2006/main"/>
        </p:blipFill>
        <p:spPr>
          <a:xfrm xmlns:a="http://schemas.openxmlformats.org/drawingml/2006/main">
            <a:off x="619125" y="1066800"/>
            <a:ext cx="5334000" cy="300037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058055ef74411"/>
          <a:stretch xmlns:a="http://schemas.openxmlformats.org/drawingml/2006/main"/>
        </p:blipFill>
        <p:spPr>
          <a:xfrm xmlns:a="http://schemas.openxmlformats.org/drawingml/2006/main">
            <a:off x="6238875" y="1067532"/>
            <a:ext cx="5334000" cy="29989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97961"/>
      </p:ext>
    </p:extLst>
  </p:cSld>
</p:sld>
</file>

<file path=ppt/slides/slide9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0c66717ad4df8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695" y="11049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22013D91-C6BC-41E8-993C-1F568E23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15" y="497840"/>
            <a:ext cx="2696845" cy="3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F10BC0F-59FF-4BB7-A2B5-7225900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2" y="17907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5pPr>
            <a:lvl6pPr marL="4572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6pPr>
            <a:lvl7pPr marL="9144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7pPr>
            <a:lvl8pPr marL="13716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8pPr>
            <a:lvl9pPr marL="18288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>
                <a:latin typeface="宋体"/>
                <a:ea typeface="宋体"/>
                <a:cs typeface="宋体"/>
              </a:rPr>
              <a:t>七：参数配置与方案管理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6EBCCE6-DCCE-4878-9988-0F5B2EFF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D9048F9-BBC4-4FD0-86B2-50C74662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latin typeface="+mn-ea"/>
                <a:ea typeface="+mn-ea"/>
                <a:cs typeface="+mn-ea"/>
              </a:rPr>
              <a:t>参数设置与试验方案分离管理，可复用方案并编辑循环步骤、目标值、保持时间和采样周期。</a:t>
            </a: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6BB688F6-8526-4C68-B559-AA52AA2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F018287-B673-4188-B650-A4BB0B2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4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FF0000"/>
                </a:solidFill>
                <a:latin typeface="Arial"/>
                <a:ea typeface="Arial"/>
                <a:cs typeface="Arial"/>
              </a:rPr>
              <a:t>说明：现场交付时，根据实际 CAN 协议、采集模块地址、传感器量程和安全阈值完成二次配置。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DCB5423A-36B0-4418-8243-034F7331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365" y="6444615"/>
            <a:ext cx="681482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地址：辽宁省沈阳市沈北新区七星大街</a:t>
            </a:r>
            <a:r>
              <a:rPr sz="1600">
                <a:latin typeface="楷体"/>
                <a:ea typeface="楷体"/>
                <a:cs typeface="楷体"/>
              </a:rPr>
              <a:t>86-3</a:t>
            </a:r>
            <a:r>
              <a:rPr sz="1600">
                <a:latin typeface="楷体"/>
                <a:ea typeface="楷体"/>
                <a:cs typeface="楷体"/>
              </a:rPr>
              <a:t>号</a:t>
            </a:r>
            <a:r>
              <a:rPr sz="1600">
                <a:latin typeface="楷体"/>
                <a:ea typeface="楷体"/>
                <a:cs typeface="楷体"/>
              </a:rPr>
              <a:t>-101(</a:t>
            </a:r>
            <a:r>
              <a:rPr sz="1600">
                <a:latin typeface="楷体"/>
                <a:ea typeface="楷体"/>
                <a:cs typeface="楷体"/>
              </a:rPr>
              <a:t>中电光谷信息港产业园D区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  <a:r>
              <a:rPr sz="1600">
                <a:latin typeface="楷体"/>
                <a:ea typeface="楷体"/>
                <a:cs typeface="楷体"/>
              </a:rPr>
              <a:t>)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c5ba75514446d"/>
          <a:stretch xmlns:a="http://schemas.openxmlformats.org/drawingml/2006/main"/>
        </p:blipFill>
        <p:spPr>
          <a:xfrm xmlns:a="http://schemas.openxmlformats.org/drawingml/2006/main">
            <a:off x="619125" y="1066800"/>
            <a:ext cx="5334000" cy="300037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3af8e200b4364"/>
          <a:stretch xmlns:a="http://schemas.openxmlformats.org/drawingml/2006/main"/>
        </p:blipFill>
        <p:spPr>
          <a:xfrm xmlns:a="http://schemas.openxmlformats.org/drawingml/2006/main">
            <a:off x="6238875" y="1066800"/>
            <a:ext cx="5334000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97961"/>
      </p:ext>
    </p:extLst>
  </p:cSld>
</p:sld>
</file>

<file path=ppt/slides/slide10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d4ef356c14a85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7695" y="110490"/>
            <a:ext cx="892810" cy="662940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22013D91-C6BC-41E8-993C-1F568E23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515" y="497840"/>
            <a:ext cx="2696845" cy="328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沈阳艾德瑞自动化</a:t>
            </a:r>
            <a:r>
              <a:rPr sz="1600" b="1"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2"/>
                </a:solidFill>
                <a:effectLst>
                  <a:outerShdw blurRad="60007" dist="310007" dir="7680000" algn="ctr" rotWithShape="0">
                    <a:prstClr val="black">
                      <a:alpha val="32000"/>
                    </a:prstClr>
                  </a:outerShdw>
                </a:effectLst>
                <a:latin typeface="楷体"/>
                <a:ea typeface="楷体"/>
                <a:cs typeface="楷体"/>
              </a:rPr>
              <a:t>有限公司</a:t>
            </a: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F10BC0F-59FF-4BB7-A2B5-7225900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82" y="17907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5pPr>
            <a:lvl6pPr marL="4572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6pPr>
            <a:lvl7pPr marL="9144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7pPr>
            <a:lvl8pPr marL="13716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8pPr>
            <a:lvl9pPr marL="182880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  <a:defRPr sz="2800" b="1">
                <a:solidFill>
                  <a:srgbClr val="BB2332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>
                <a:latin typeface="宋体"/>
                <a:ea typeface="宋体"/>
                <a:cs typeface="宋体"/>
              </a:rPr>
              <a:t>八：历史数据与系统追溯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6EBCCE6-DCCE-4878-9988-0F5B2EFF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" y="77343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D9048F9-BBC4-4FD0-86B2-50C74662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latin typeface="+mn-ea"/>
                <a:ea typeface="+mn-ea"/>
                <a:cs typeface="+mn-ea"/>
              </a:rPr>
              <a:t>SQLite 本地数据库统一保存试验记录、关键结果与操作日志，支持条件查询及 CSV 数据导出。</a:t>
            </a: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6BB688F6-8526-4C68-B559-AA52AA2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6385560"/>
            <a:ext cx="11265535" cy="590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F018287-B673-4188-B650-A4BB0B2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4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FF0000"/>
                </a:solidFill>
                <a:latin typeface="Arial"/>
                <a:ea typeface="Arial"/>
                <a:cs typeface="Arial"/>
              </a:rPr>
              <a:t>说明：试验结果、参数修改与系统操作均可追溯；存储格式和报告内容可按甲方要求扩展。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DCB5423A-36B0-4418-8243-034F7331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365" y="6444615"/>
            <a:ext cx="681482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no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latin typeface="楷体"/>
                <a:ea typeface="楷体"/>
                <a:cs typeface="楷体"/>
              </a:rPr>
              <a:t>地址：辽宁省沈阳市沈北新区七星大街</a:t>
            </a:r>
            <a:r>
              <a:rPr sz="1600">
                <a:latin typeface="楷体"/>
                <a:ea typeface="楷体"/>
                <a:cs typeface="楷体"/>
              </a:rPr>
              <a:t>86-3</a:t>
            </a:r>
            <a:r>
              <a:rPr sz="1600">
                <a:latin typeface="楷体"/>
                <a:ea typeface="楷体"/>
                <a:cs typeface="楷体"/>
              </a:rPr>
              <a:t>号</a:t>
            </a:r>
            <a:r>
              <a:rPr sz="1600">
                <a:latin typeface="楷体"/>
                <a:ea typeface="楷体"/>
                <a:cs typeface="楷体"/>
              </a:rPr>
              <a:t>-101(</a:t>
            </a:r>
            <a:r>
              <a:rPr sz="1600">
                <a:latin typeface="楷体"/>
                <a:ea typeface="楷体"/>
                <a:cs typeface="楷体"/>
              </a:rPr>
              <a:t>中电光谷信息港产业园D区</a:t>
            </a:r>
            <a:r>
              <a:rPr sz="1600">
                <a:latin typeface="楷体"/>
                <a:ea typeface="楷体"/>
                <a:cs typeface="楷体"/>
              </a:rPr>
              <a:t>03</a:t>
            </a:r>
            <a:r>
              <a:rPr sz="1600">
                <a:latin typeface="楷体"/>
                <a:ea typeface="楷体"/>
                <a:cs typeface="楷体"/>
              </a:rPr>
              <a:t>栋</a:t>
            </a:r>
            <a:r>
              <a:rPr sz="1600">
                <a:latin typeface="楷体"/>
                <a:ea typeface="楷体"/>
                <a:cs typeface="楷体"/>
              </a:rPr>
              <a:t>)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63dffc9984540"/>
          <a:stretch xmlns:a="http://schemas.openxmlformats.org/drawingml/2006/main"/>
        </p:blipFill>
        <p:spPr>
          <a:xfrm xmlns:a="http://schemas.openxmlformats.org/drawingml/2006/main">
            <a:off x="619125" y="1066800"/>
            <a:ext cx="5334000" cy="300037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ab314c28349bb"/>
          <a:stretch xmlns:a="http://schemas.openxmlformats.org/drawingml/2006/main"/>
        </p:blipFill>
        <p:spPr>
          <a:xfrm xmlns:a="http://schemas.openxmlformats.org/drawingml/2006/main">
            <a:off x="6238875" y="1066800"/>
            <a:ext cx="5334000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979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4">
            <a:extLst xmlns:a="http://schemas.openxmlformats.org/drawingml/2006/main">
              <a:ext uri="{FF2B5EF4-FFF2-40B4-BE49-F238E27FC236}">
                <a16:creationId xmlns:a16="http://schemas.microsoft.com/office/drawing/2014/main" id="{D82EE1A0-DDF5-44CE-8473-1BD1A68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35" y="0"/>
            <a:ext cx="12192635" cy="6858000"/>
          </a:xfrm>
          <a:custGeom xmlns:a="http://schemas.openxmlformats.org/drawingml/2006/main">
            <a:gdLst>
              <a:gd name="connsiteX0" fmla="*/ 0 w 10769600"/>
              <a:gd name="connsiteY0" fmla="*/ 0 h 5367866"/>
              <a:gd name="connsiteX1" fmla="*/ 10769600 w 10769600"/>
              <a:gd name="connsiteY1" fmla="*/ 0 h 5367866"/>
              <a:gd name="connsiteX2" fmla="*/ 10769600 w 10769600"/>
              <a:gd name="connsiteY2" fmla="*/ 5367866 h 5367866"/>
              <a:gd name="connsiteX3" fmla="*/ 0 w 10769600"/>
              <a:gd name="connsiteY3" fmla="*/ 5367866 h 5367866"/>
              <a:gd name="connsiteX4" fmla="*/ 0 w 10769600"/>
              <a:gd name="connsiteY4" fmla="*/ 0 h 5367866"/>
              <a:gd name="connsiteX0-1" fmla="*/ 0 w 10769600"/>
              <a:gd name="connsiteY0-2" fmla="*/ 0 h 5367866"/>
              <a:gd name="connsiteX1-3" fmla="*/ 5147733 w 10769600"/>
              <a:gd name="connsiteY1-4" fmla="*/ 0 h 5367866"/>
              <a:gd name="connsiteX2-5" fmla="*/ 10769600 w 10769600"/>
              <a:gd name="connsiteY2-6" fmla="*/ 0 h 5367866"/>
              <a:gd name="connsiteX3-7" fmla="*/ 10769600 w 10769600"/>
              <a:gd name="connsiteY3-8" fmla="*/ 5367866 h 5367866"/>
              <a:gd name="connsiteX4-9" fmla="*/ 0 w 10769600"/>
              <a:gd name="connsiteY4-10" fmla="*/ 5367866 h 5367866"/>
              <a:gd name="connsiteX5" fmla="*/ 0 w 10769600"/>
              <a:gd name="connsiteY5" fmla="*/ 0 h 5367866"/>
              <a:gd name="connsiteX0-11" fmla="*/ 0 w 10769600"/>
              <a:gd name="connsiteY0-12" fmla="*/ 0 h 5367866"/>
              <a:gd name="connsiteX1-13" fmla="*/ 5147733 w 10769600"/>
              <a:gd name="connsiteY1-14" fmla="*/ 0 h 5367866"/>
              <a:gd name="connsiteX2-15" fmla="*/ 10769600 w 10769600"/>
              <a:gd name="connsiteY2-16" fmla="*/ 0 h 5367866"/>
              <a:gd name="connsiteX3-17" fmla="*/ 10769600 w 10769600"/>
              <a:gd name="connsiteY3-18" fmla="*/ 5367866 h 5367866"/>
              <a:gd name="connsiteX4-19" fmla="*/ 0 w 10769600"/>
              <a:gd name="connsiteY4-20" fmla="*/ 5367866 h 5367866"/>
              <a:gd name="connsiteX5-21" fmla="*/ 0 w 10769600"/>
              <a:gd name="connsiteY5-22" fmla="*/ 2472266 h 5367866"/>
              <a:gd name="connsiteX6" fmla="*/ 0 w 10769600"/>
              <a:gd name="connsiteY6" fmla="*/ 0 h 5367866"/>
              <a:gd name="connsiteX0-23" fmla="*/ 0 w 10769600"/>
              <a:gd name="connsiteY0-24" fmla="*/ 0 h 5367866"/>
              <a:gd name="connsiteX1-25" fmla="*/ 5147733 w 10769600"/>
              <a:gd name="connsiteY1-26" fmla="*/ 0 h 5367866"/>
              <a:gd name="connsiteX2-27" fmla="*/ 10769600 w 10769600"/>
              <a:gd name="connsiteY2-28" fmla="*/ 0 h 5367866"/>
              <a:gd name="connsiteX3-29" fmla="*/ 10769600 w 10769600"/>
              <a:gd name="connsiteY3-30" fmla="*/ 5367866 h 5367866"/>
              <a:gd name="connsiteX4-31" fmla="*/ 8229600 w 10769600"/>
              <a:gd name="connsiteY4-32" fmla="*/ 5350933 h 5367866"/>
              <a:gd name="connsiteX5-33" fmla="*/ 0 w 10769600"/>
              <a:gd name="connsiteY5-34" fmla="*/ 5367866 h 5367866"/>
              <a:gd name="connsiteX6-35" fmla="*/ 0 w 10769600"/>
              <a:gd name="connsiteY6-36" fmla="*/ 2472266 h 5367866"/>
              <a:gd name="connsiteX7" fmla="*/ 0 w 10769600"/>
              <a:gd name="connsiteY7" fmla="*/ 0 h 5367866"/>
              <a:gd name="connsiteX0-37" fmla="*/ 0 w 10769600"/>
              <a:gd name="connsiteY0-38" fmla="*/ 0 h 5367866"/>
              <a:gd name="connsiteX1-39" fmla="*/ 5147733 w 10769600"/>
              <a:gd name="connsiteY1-40" fmla="*/ 0 h 5367866"/>
              <a:gd name="connsiteX2-41" fmla="*/ 10769600 w 10769600"/>
              <a:gd name="connsiteY2-42" fmla="*/ 0 h 5367866"/>
              <a:gd name="connsiteX3-43" fmla="*/ 10769600 w 10769600"/>
              <a:gd name="connsiteY3-44" fmla="*/ 1896533 h 5367866"/>
              <a:gd name="connsiteX4-45" fmla="*/ 10769600 w 10769600"/>
              <a:gd name="connsiteY4-46" fmla="*/ 5367866 h 5367866"/>
              <a:gd name="connsiteX5-47" fmla="*/ 8229600 w 10769600"/>
              <a:gd name="connsiteY5-48" fmla="*/ 5350933 h 5367866"/>
              <a:gd name="connsiteX6-49" fmla="*/ 0 w 10769600"/>
              <a:gd name="connsiteY6-50" fmla="*/ 5367866 h 5367866"/>
              <a:gd name="connsiteX7-51" fmla="*/ 0 w 10769600"/>
              <a:gd name="connsiteY7-52" fmla="*/ 2472266 h 5367866"/>
              <a:gd name="connsiteX8" fmla="*/ 0 w 10769600"/>
              <a:gd name="connsiteY8" fmla="*/ 0 h 5367866"/>
              <a:gd name="connsiteX0-53" fmla="*/ 0 w 10769600"/>
              <a:gd name="connsiteY0-54" fmla="*/ 0 h 5367866"/>
              <a:gd name="connsiteX1-55" fmla="*/ 5147733 w 10769600"/>
              <a:gd name="connsiteY1-56" fmla="*/ 0 h 5367866"/>
              <a:gd name="connsiteX2-57" fmla="*/ 10769600 w 10769600"/>
              <a:gd name="connsiteY2-58" fmla="*/ 1896533 h 5367866"/>
              <a:gd name="connsiteX3-59" fmla="*/ 10769600 w 10769600"/>
              <a:gd name="connsiteY3-60" fmla="*/ 5367866 h 5367866"/>
              <a:gd name="connsiteX4-61" fmla="*/ 8229600 w 10769600"/>
              <a:gd name="connsiteY4-62" fmla="*/ 5350933 h 5367866"/>
              <a:gd name="connsiteX5-63" fmla="*/ 0 w 10769600"/>
              <a:gd name="connsiteY5-64" fmla="*/ 5367866 h 5367866"/>
              <a:gd name="connsiteX6-65" fmla="*/ 0 w 10769600"/>
              <a:gd name="connsiteY6-66" fmla="*/ 2472266 h 5367866"/>
              <a:gd name="connsiteX7-67" fmla="*/ 0 w 10769600"/>
              <a:gd name="connsiteY7-68" fmla="*/ 0 h 5367866"/>
              <a:gd name="connsiteX0-69" fmla="*/ 0 w 10769600"/>
              <a:gd name="connsiteY0-70" fmla="*/ 0 h 5367866"/>
              <a:gd name="connsiteX1-71" fmla="*/ 5147733 w 10769600"/>
              <a:gd name="connsiteY1-72" fmla="*/ 0 h 5367866"/>
              <a:gd name="connsiteX2-73" fmla="*/ 10769600 w 10769600"/>
              <a:gd name="connsiteY2-74" fmla="*/ 1896533 h 5367866"/>
              <a:gd name="connsiteX3-75" fmla="*/ 10769600 w 10769600"/>
              <a:gd name="connsiteY3-76" fmla="*/ 5367866 h 5367866"/>
              <a:gd name="connsiteX4-77" fmla="*/ 8229600 w 10769600"/>
              <a:gd name="connsiteY4-78" fmla="*/ 5350933 h 5367866"/>
              <a:gd name="connsiteX5-79" fmla="*/ 0 w 10769600"/>
              <a:gd name="connsiteY5-80" fmla="*/ 2472266 h 5367866"/>
              <a:gd name="connsiteX6-81" fmla="*/ 0 w 10769600"/>
              <a:gd name="connsiteY6-82" fmla="*/ 0 h 5367866"/>
            </a:gdLst>
            <a:rect l="l" t="t" r="r" b="b"/>
            <a:pathLst>
              <a:path w="10769600" h="5367866">
                <a:moveTo>
                  <a:pt x="0" y="0"/>
                </a:moveTo>
                <a:lnTo>
                  <a:pt x="5147733" y="0"/>
                </a:lnTo>
                <a:lnTo>
                  <a:pt x="10769600" y="1896533"/>
                </a:lnTo>
                <a:lnTo>
                  <a:pt x="10769600" y="5367866"/>
                </a:lnTo>
                <a:lnTo>
                  <a:pt x="8229600" y="5350933"/>
                </a:lnTo>
                <a:lnTo>
                  <a:pt x="0" y="247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5de31ac25c4d32"/>
            <a:srcRect l="0" t="0" r="0" b="0"/>
            <a:stretch>
              <a:fillRect l="1" t="-64386" r="-39410" b="-19662"/>
            </a:stretch>
          </a:blipFill>
          <a:ln xmlns:a="http://schemas.openxmlformats.org/drawingml/2006/main">
            <a:noFill/>
          </a:ln>
          <a:effectLst xmlns:a="http://schemas.openxmlformats.org/drawingml/2006/main">
            <a:outerShdw blurRad="114300" dist="114300" dir="2700000" algn="tl" rotWithShape="0">
              <a:prstClr val="black">
                <a:alpha val="3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等腰三角形 4">
            <a:extLst xmlns:a="http://schemas.openxmlformats.org/drawingml/2006/main">
              <a:ext uri="{FF2B5EF4-FFF2-40B4-BE49-F238E27FC236}">
                <a16:creationId xmlns:a16="http://schemas.microsoft.com/office/drawing/2014/main" id="{7C7BF470-DCA8-43D2-B6AA-6E4672B0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4070"/>
            <a:ext cx="8885555" cy="3504565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rgbClr val="025AA2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114300" dir="2700000" algn="tl" rotWithShape="0">
              <a:prstClr val="black">
                <a:alpha val="3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等腰三角形 6">
            <a:extLst xmlns:a="http://schemas.openxmlformats.org/drawingml/2006/main">
              <a:ext uri="{FF2B5EF4-FFF2-40B4-BE49-F238E27FC236}">
                <a16:creationId xmlns:a16="http://schemas.microsoft.com/office/drawing/2014/main" id="{D919CBDD-6808-4BCB-BDDC-0915C32E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5861050" y="1"/>
            <a:ext cx="6330950" cy="2415538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rgbClr val="0298DA"/>
          </a:solidFill>
          <a:ln xmlns:a="http://schemas.openxmlformats.org/drawingml/2006/main">
            <a:noFill/>
          </a:ln>
          <a:effectLst xmlns:a="http://schemas.openxmlformats.org/drawingml/2006/main">
            <a:outerShdw blurRad="114300" dist="114300" dir="2700000" algn="tl" rotWithShape="0">
              <a:prstClr val="black">
                <a:alpha val="3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等腰三角形 7">
            <a:extLst xmlns:a="http://schemas.openxmlformats.org/drawingml/2006/main">
              <a:ext uri="{FF2B5EF4-FFF2-40B4-BE49-F238E27FC236}">
                <a16:creationId xmlns:a16="http://schemas.microsoft.com/office/drawing/2014/main" id="{630EB2D6-5FDB-473A-AB9D-5BC5149D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6287503" y="0"/>
            <a:ext cx="5904492" cy="2247602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2531144bd43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656580" y="323215"/>
            <a:ext cx="6535420" cy="6535420"/>
          </a:xfrm>
          <a:prstGeom xmlns:a="http://schemas.openxmlformats.org/drawingml/2006/main" prst="rect">
            <a:avLst/>
          </a:prstGeom>
        </p:spPr>
      </p:pic>
      <p:pic>
        <p:nvPicPr>
          <p:cNvPr id="34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c135ddf6f4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4903470" y="2823845"/>
            <a:ext cx="1570990" cy="1268095"/>
          </a:xfrm>
          <a:prstGeom xmlns:a="http://schemas.openxmlformats.org/drawingml/2006/main" prst="rect">
            <a:avLst/>
          </a:prstGeom>
        </p:spPr>
      </p:pic>
      <p:pic>
        <p:nvPicPr>
          <p:cNvPr id="35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341ce2b9b45ae">
            <a:grayscl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6400" y="2614930"/>
            <a:ext cx="268605" cy="20891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30E782E-E0C4-44EE-A288-AAB6102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342">
            <a:off x="133350" y="5673725"/>
            <a:ext cx="6861175" cy="1052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联系人：解经理</a:t>
            </a:r>
          </a:p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电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   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话：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186-4018-8846</a:t>
            </a:r>
          </a:p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邮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   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箱：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18640188846@163.com</a:t>
            </a:r>
          </a:p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邮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   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编：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110000</a:t>
            </a:r>
          </a:p>
          <a:p xmlns:a="http://schemas.openxmlformats.org/drawingml/2006/main">
            <a:pPr defTabSz="1218565">
              <a:lnSpc>
                <a:spcPts val="1500"/>
              </a:lnSpc>
              <a:buNone/>
            </a:pP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地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   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址：辽宁省沈阳市沈北新区道义街道四环线中电光谷信息港D区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03</a:t>
            </a:r>
            <a:r>
              <a:rPr sz="1600">
                <a:solidFill>
                  <a:schemeClr val="bg1"/>
                </a:solidFill>
                <a:latin typeface="楷体"/>
                <a:ea typeface="楷体"/>
                <a:cs typeface="楷体"/>
              </a:rPr>
              <a:t>栋</a:t>
            </a:r>
          </a:p>
        </p:txBody>
      </p:sp>
      <p:pic>
        <p:nvPicPr>
          <p:cNvPr id="37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602da16eb4cc1">
            <a:lum bright="-36000" contrast="5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2075" y="90170"/>
            <a:ext cx="1852930" cy="1375410"/>
          </a:xfrm>
          <a:prstGeom xmlns:a="http://schemas.openxmlformats.org/drawingml/2006/main" prst="rect">
            <a:avLst/>
          </a:prstGeom>
        </p:spPr>
      </p:pic>
      <p:pic>
        <p:nvPicPr>
          <p:cNvPr id="38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0831e660040bd">
            <a:grayscl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1380" y="3189605"/>
            <a:ext cx="467995" cy="36449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B5BFDA1-E641-4623-B7FE-DC0EC31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727" y="1969611"/>
            <a:ext cx="62563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rgbClr val="025AA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顺祝商祺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8EEEE21-0EFF-4B46-AC9A-F00C9E56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342">
            <a:off x="2742935" y="2703944"/>
            <a:ext cx="6213370" cy="560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1218565">
              <a:buNone/>
            </a:pPr>
            <a:r>
              <a:rPr sz="3050">
                <a:solidFill>
                  <a:schemeClr val="tx1">
                    <a:lumMod val="75000"/>
                    <a:lumOff val="25000"/>
                  </a:schemeClr>
                </a:solidFill>
                <a:latin typeface="Agency FB"/>
                <a:ea typeface="Agency FB"/>
                <a:cs typeface="Agency FB"/>
              </a:rPr>
              <a:t>Best regards</a:t>
            </a:r>
          </a:p>
        </p:txBody>
      </p:sp>
    </p:spTree>
    <p:extLst>
      <p:ext uri="{BB962C8B-B14F-4D97-AF65-F5344CB8AC3E}">
        <p14:creationId xmlns:p14="http://schemas.microsoft.com/office/powerpoint/2010/main" val="506321324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2026-07-23T02:15:54.9170000Z</dcterms:created>
  <dcterms:modified xsi:type="dcterms:W3CDTF">2026-07-23T02:15:54.9170000Z</dcterms:modified>
</coreProperties>
</file>